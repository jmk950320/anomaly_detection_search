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D5A03F-00E8-4D8A-AE0B-41A371CFF0DD}" v="1834" dt="2025-12-17T07:17:39.807"/>
    <p1510:client id="{C4B12C3F-3E7A-42E5-B04B-5ADCDABD50F3}" v="221" dt="2025-12-17T07:43:01.440"/>
    <p1510:client id="{F5992997-74A2-4C82-86D4-0C11338311AF}" v="80" dt="2025-12-17T02:07:28.0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종민 김" userId="e748add40d2bda36" providerId="Windows Live" clId="Web-{F5992997-74A2-4C82-86D4-0C11338311AF}"/>
    <pc:docChg chg="addSld modSld">
      <pc:chgData name="종민 김" userId="e748add40d2bda36" providerId="Windows Live" clId="Web-{F5992997-74A2-4C82-86D4-0C11338311AF}" dt="2025-12-17T02:07:28.026" v="75" actId="20577"/>
      <pc:docMkLst>
        <pc:docMk/>
      </pc:docMkLst>
      <pc:sldChg chg="delSp modSp">
        <pc:chgData name="종민 김" userId="e748add40d2bda36" providerId="Windows Live" clId="Web-{F5992997-74A2-4C82-86D4-0C11338311AF}" dt="2025-12-17T02:00:16.581" v="6" actId="20577"/>
        <pc:sldMkLst>
          <pc:docMk/>
          <pc:sldMk cId="3569210928" sldId="256"/>
        </pc:sldMkLst>
        <pc:spChg chg="mod">
          <ac:chgData name="종민 김" userId="e748add40d2bda36" providerId="Windows Live" clId="Web-{F5992997-74A2-4C82-86D4-0C11338311AF}" dt="2025-12-17T02:00:16.581" v="6" actId="20577"/>
          <ac:spMkLst>
            <pc:docMk/>
            <pc:sldMk cId="3569210928" sldId="256"/>
            <ac:spMk id="2" creationId="{00000000-0000-0000-0000-000000000000}"/>
          </ac:spMkLst>
        </pc:spChg>
        <pc:spChg chg="del">
          <ac:chgData name="종민 김" userId="e748add40d2bda36" providerId="Windows Live" clId="Web-{F5992997-74A2-4C82-86D4-0C11338311AF}" dt="2025-12-17T02:00:05.081" v="0"/>
          <ac:spMkLst>
            <pc:docMk/>
            <pc:sldMk cId="3569210928" sldId="256"/>
            <ac:spMk id="3" creationId="{00000000-0000-0000-0000-000000000000}"/>
          </ac:spMkLst>
        </pc:spChg>
      </pc:sldChg>
      <pc:sldChg chg="addSp modSp new">
        <pc:chgData name="종민 김" userId="e748add40d2bda36" providerId="Windows Live" clId="Web-{F5992997-74A2-4C82-86D4-0C11338311AF}" dt="2025-12-17T02:07:28.026" v="75" actId="20577"/>
        <pc:sldMkLst>
          <pc:docMk/>
          <pc:sldMk cId="270083133" sldId="257"/>
        </pc:sldMkLst>
        <pc:spChg chg="add mod">
          <ac:chgData name="종민 김" userId="e748add40d2bda36" providerId="Windows Live" clId="Web-{F5992997-74A2-4C82-86D4-0C11338311AF}" dt="2025-12-17T02:07:28.026" v="75" actId="20577"/>
          <ac:spMkLst>
            <pc:docMk/>
            <pc:sldMk cId="270083133" sldId="257"/>
            <ac:spMk id="3" creationId="{19C10365-5EF3-27E7-2507-CB37B627EF54}"/>
          </ac:spMkLst>
        </pc:spChg>
        <pc:picChg chg="add mod">
          <ac:chgData name="종민 김" userId="e748add40d2bda36" providerId="Windows Live" clId="Web-{F5992997-74A2-4C82-86D4-0C11338311AF}" dt="2025-12-17T02:07:03.822" v="61" actId="1076"/>
          <ac:picMkLst>
            <pc:docMk/>
            <pc:sldMk cId="270083133" sldId="257"/>
            <ac:picMk id="4" creationId="{B0D62A62-7871-884E-B961-D8375F16BCA4}"/>
          </ac:picMkLst>
        </pc:picChg>
      </pc:sldChg>
    </pc:docChg>
  </pc:docChgLst>
  <pc:docChgLst>
    <pc:chgData name="종민 김" userId="e748add40d2bda36" providerId="Windows Live" clId="Web-{C4B12C3F-3E7A-42E5-B04B-5ADCDABD50F3}"/>
    <pc:docChg chg="addSld delSld modSld">
      <pc:chgData name="종민 김" userId="e748add40d2bda36" providerId="Windows Live" clId="Web-{C4B12C3F-3E7A-42E5-B04B-5ADCDABD50F3}" dt="2025-12-17T07:43:00.627" v="148" actId="20577"/>
      <pc:docMkLst>
        <pc:docMk/>
      </pc:docMkLst>
      <pc:sldChg chg="modSp">
        <pc:chgData name="종민 김" userId="e748add40d2bda36" providerId="Windows Live" clId="Web-{C4B12C3F-3E7A-42E5-B04B-5ADCDABD50F3}" dt="2025-12-17T06:06:58.977" v="2" actId="20577"/>
        <pc:sldMkLst>
          <pc:docMk/>
          <pc:sldMk cId="373891451" sldId="259"/>
        </pc:sldMkLst>
        <pc:spChg chg="mod">
          <ac:chgData name="종민 김" userId="e748add40d2bda36" providerId="Windows Live" clId="Web-{C4B12C3F-3E7A-42E5-B04B-5ADCDABD50F3}" dt="2025-12-17T06:06:58.977" v="2" actId="20577"/>
          <ac:spMkLst>
            <pc:docMk/>
            <pc:sldMk cId="373891451" sldId="259"/>
            <ac:spMk id="4" creationId="{E47F2EAD-3701-6A89-F5F4-C1B46C1A6B89}"/>
          </ac:spMkLst>
        </pc:spChg>
      </pc:sldChg>
      <pc:sldChg chg="modSp">
        <pc:chgData name="종민 김" userId="e748add40d2bda36" providerId="Windows Live" clId="Web-{C4B12C3F-3E7A-42E5-B04B-5ADCDABD50F3}" dt="2025-12-17T06:07:02.134" v="3" actId="20577"/>
        <pc:sldMkLst>
          <pc:docMk/>
          <pc:sldMk cId="2827297889" sldId="261"/>
        </pc:sldMkLst>
        <pc:spChg chg="mod">
          <ac:chgData name="종민 김" userId="e748add40d2bda36" providerId="Windows Live" clId="Web-{C4B12C3F-3E7A-42E5-B04B-5ADCDABD50F3}" dt="2025-12-17T06:07:02.134" v="3" actId="20577"/>
          <ac:spMkLst>
            <pc:docMk/>
            <pc:sldMk cId="2827297889" sldId="261"/>
            <ac:spMk id="4" creationId="{161B8B52-D0BA-F9EA-68BB-A97FD458CDBA}"/>
          </ac:spMkLst>
        </pc:spChg>
      </pc:sldChg>
      <pc:sldChg chg="addSp delSp modSp mod setBg">
        <pc:chgData name="종민 김" userId="e748add40d2bda36" providerId="Windows Live" clId="Web-{C4B12C3F-3E7A-42E5-B04B-5ADCDABD50F3}" dt="2025-12-17T06:12:30.626" v="47" actId="20577"/>
        <pc:sldMkLst>
          <pc:docMk/>
          <pc:sldMk cId="2867349796" sldId="262"/>
        </pc:sldMkLst>
        <pc:spChg chg="add mod">
          <ac:chgData name="종민 김" userId="e748add40d2bda36" providerId="Windows Live" clId="Web-{C4B12C3F-3E7A-42E5-B04B-5ADCDABD50F3}" dt="2025-12-17T06:12:30.626" v="47" actId="20577"/>
          <ac:spMkLst>
            <pc:docMk/>
            <pc:sldMk cId="2867349796" sldId="262"/>
            <ac:spMk id="3" creationId="{26A30E50-636A-244A-ACFF-F206843BA225}"/>
          </ac:spMkLst>
        </pc:spChg>
        <pc:spChg chg="add del">
          <ac:chgData name="종민 김" userId="e748add40d2bda36" providerId="Windows Live" clId="Web-{C4B12C3F-3E7A-42E5-B04B-5ADCDABD50F3}" dt="2025-12-17T06:10:53.796" v="20"/>
          <ac:spMkLst>
            <pc:docMk/>
            <pc:sldMk cId="2867349796" sldId="262"/>
            <ac:spMk id="9" creationId="{32AEEBC8-9D30-42EF-95F2-386C2653FBF0}"/>
          </ac:spMkLst>
        </pc:spChg>
        <pc:spChg chg="add del">
          <ac:chgData name="종민 김" userId="e748add40d2bda36" providerId="Windows Live" clId="Web-{C4B12C3F-3E7A-42E5-B04B-5ADCDABD50F3}" dt="2025-12-17T06:10:53.796" v="20"/>
          <ac:spMkLst>
            <pc:docMk/>
            <pc:sldMk cId="2867349796" sldId="262"/>
            <ac:spMk id="11" creationId="{2E92FA66-67D7-4CB4-94D3-E643A9AD4757}"/>
          </ac:spMkLst>
        </pc:spChg>
        <pc:picChg chg="add mod">
          <ac:chgData name="종민 김" userId="e748add40d2bda36" providerId="Windows Live" clId="Web-{C4B12C3F-3E7A-42E5-B04B-5ADCDABD50F3}" dt="2025-12-17T06:10:58.609" v="23" actId="14100"/>
          <ac:picMkLst>
            <pc:docMk/>
            <pc:sldMk cId="2867349796" sldId="262"/>
            <ac:picMk id="4" creationId="{3AF92CEB-16FC-9C3D-01C4-431D155E41C8}"/>
          </ac:picMkLst>
        </pc:picChg>
      </pc:sldChg>
      <pc:sldChg chg="addSp new">
        <pc:chgData name="종민 김" userId="e748add40d2bda36" providerId="Windows Live" clId="Web-{C4B12C3F-3E7A-42E5-B04B-5ADCDABD50F3}" dt="2025-12-17T06:15:16.285" v="50"/>
        <pc:sldMkLst>
          <pc:docMk/>
          <pc:sldMk cId="3755054528" sldId="263"/>
        </pc:sldMkLst>
        <pc:spChg chg="add">
          <ac:chgData name="종민 김" userId="e748add40d2bda36" providerId="Windows Live" clId="Web-{C4B12C3F-3E7A-42E5-B04B-5ADCDABD50F3}" dt="2025-12-17T06:15:16.285" v="50"/>
          <ac:spMkLst>
            <pc:docMk/>
            <pc:sldMk cId="3755054528" sldId="263"/>
            <ac:spMk id="5" creationId="{ED3820E6-7F2A-8584-BE51-536F06F6CF60}"/>
          </ac:spMkLst>
        </pc:spChg>
        <pc:picChg chg="add">
          <ac:chgData name="종민 김" userId="e748add40d2bda36" providerId="Windows Live" clId="Web-{C4B12C3F-3E7A-42E5-B04B-5ADCDABD50F3}" dt="2025-12-17T06:15:16.269" v="49"/>
          <ac:picMkLst>
            <pc:docMk/>
            <pc:sldMk cId="3755054528" sldId="263"/>
            <ac:picMk id="3" creationId="{E838CD3E-E38F-24F4-3B27-E51B895E37D6}"/>
          </ac:picMkLst>
        </pc:picChg>
      </pc:sldChg>
      <pc:sldChg chg="addSp delSp modSp new">
        <pc:chgData name="종민 김" userId="e748add40d2bda36" providerId="Windows Live" clId="Web-{C4B12C3F-3E7A-42E5-B04B-5ADCDABD50F3}" dt="2025-12-17T06:17:04.973" v="77" actId="20577"/>
        <pc:sldMkLst>
          <pc:docMk/>
          <pc:sldMk cId="292595988" sldId="264"/>
        </pc:sldMkLst>
        <pc:spChg chg="add mod">
          <ac:chgData name="종민 김" userId="e748add40d2bda36" providerId="Windows Live" clId="Web-{C4B12C3F-3E7A-42E5-B04B-5ADCDABD50F3}" dt="2025-12-17T06:15:59.801" v="58" actId="1076"/>
          <ac:spMkLst>
            <pc:docMk/>
            <pc:sldMk cId="292595988" sldId="264"/>
            <ac:spMk id="2" creationId="{A55E5C0C-DEF1-387F-B462-F3A9BA3C1557}"/>
          </ac:spMkLst>
        </pc:spChg>
        <pc:spChg chg="add del mod">
          <ac:chgData name="종민 김" userId="e748add40d2bda36" providerId="Windows Live" clId="Web-{C4B12C3F-3E7A-42E5-B04B-5ADCDABD50F3}" dt="2025-12-17T06:16:23.379" v="62"/>
          <ac:spMkLst>
            <pc:docMk/>
            <pc:sldMk cId="292595988" sldId="264"/>
            <ac:spMk id="3" creationId="{00BE8A55-30AA-27F3-F24C-6EE2B2DF408A}"/>
          </ac:spMkLst>
        </pc:spChg>
        <pc:spChg chg="add mod">
          <ac:chgData name="종민 김" userId="e748add40d2bda36" providerId="Windows Live" clId="Web-{C4B12C3F-3E7A-42E5-B04B-5ADCDABD50F3}" dt="2025-12-17T06:17:04.973" v="77" actId="20577"/>
          <ac:spMkLst>
            <pc:docMk/>
            <pc:sldMk cId="292595988" sldId="264"/>
            <ac:spMk id="4" creationId="{9F834084-E6B3-5C39-1951-013A278B47BE}"/>
          </ac:spMkLst>
        </pc:spChg>
      </pc:sldChg>
      <pc:sldChg chg="new">
        <pc:chgData name="종민 김" userId="e748add40d2bda36" providerId="Windows Live" clId="Web-{C4B12C3F-3E7A-42E5-B04B-5ADCDABD50F3}" dt="2025-12-17T07:23:40.748" v="78"/>
        <pc:sldMkLst>
          <pc:docMk/>
          <pc:sldMk cId="1325720874" sldId="265"/>
        </pc:sldMkLst>
      </pc:sldChg>
      <pc:sldChg chg="addSp delSp modSp">
        <pc:chgData name="종민 김" userId="e748add40d2bda36" providerId="Windows Live" clId="Web-{C4B12C3F-3E7A-42E5-B04B-5ADCDABD50F3}" dt="2025-12-17T07:43:00.627" v="148" actId="20577"/>
        <pc:sldMkLst>
          <pc:docMk/>
          <pc:sldMk cId="176519972" sldId="266"/>
        </pc:sldMkLst>
        <pc:spChg chg="add mod">
          <ac:chgData name="종민 김" userId="e748add40d2bda36" providerId="Windows Live" clId="Web-{C4B12C3F-3E7A-42E5-B04B-5ADCDABD50F3}" dt="2025-12-17T07:25:52.921" v="103" actId="20577"/>
          <ac:spMkLst>
            <pc:docMk/>
            <pc:sldMk cId="176519972" sldId="266"/>
            <ac:spMk id="3" creationId="{41E9C808-2C8B-48D8-022C-ECDDF28EE099}"/>
          </ac:spMkLst>
        </pc:spChg>
        <pc:spChg chg="add mod">
          <ac:chgData name="종민 김" userId="e748add40d2bda36" providerId="Windows Live" clId="Web-{C4B12C3F-3E7A-42E5-B04B-5ADCDABD50F3}" dt="2025-12-17T07:43:00.627" v="148" actId="20577"/>
          <ac:spMkLst>
            <pc:docMk/>
            <pc:sldMk cId="176519972" sldId="266"/>
            <ac:spMk id="5" creationId="{42400DE5-A3B3-F4B4-FD3B-D341E44EC963}"/>
          </ac:spMkLst>
        </pc:spChg>
        <pc:spChg chg="add del mod">
          <ac:chgData name="종민 김" userId="e748add40d2bda36" providerId="Windows Live" clId="Web-{C4B12C3F-3E7A-42E5-B04B-5ADCDABD50F3}" dt="2025-12-17T07:24:49.327" v="96"/>
          <ac:spMkLst>
            <pc:docMk/>
            <pc:sldMk cId="176519972" sldId="266"/>
            <ac:spMk id="6" creationId="{E06826E8-3AD1-BCB3-388C-2C2D13B9D22E}"/>
          </ac:spMkLst>
        </pc:spChg>
        <pc:picChg chg="add mod">
          <ac:chgData name="종민 김" userId="e748add40d2bda36" providerId="Windows Live" clId="Web-{C4B12C3F-3E7A-42E5-B04B-5ADCDABD50F3}" dt="2025-12-17T07:40:53.298" v="139" actId="1076"/>
          <ac:picMkLst>
            <pc:docMk/>
            <pc:sldMk cId="176519972" sldId="266"/>
            <ac:picMk id="7" creationId="{F37E2A95-2310-3616-7248-2963C69C896A}"/>
          </ac:picMkLst>
        </pc:picChg>
      </pc:sldChg>
      <pc:sldChg chg="del">
        <pc:chgData name="종민 김" userId="e748add40d2bda36" providerId="Windows Live" clId="Web-{C4B12C3F-3E7A-42E5-B04B-5ADCDABD50F3}" dt="2025-12-17T07:41:03.501" v="141"/>
        <pc:sldMkLst>
          <pc:docMk/>
          <pc:sldMk cId="1325720874" sldId="267"/>
        </pc:sldMkLst>
      </pc:sldChg>
      <pc:sldChg chg="add del replId">
        <pc:chgData name="종민 김" userId="e748add40d2bda36" providerId="Windows Live" clId="Web-{C4B12C3F-3E7A-42E5-B04B-5ADCDABD50F3}" dt="2025-12-17T07:23:58.498" v="80"/>
        <pc:sldMkLst>
          <pc:docMk/>
          <pc:sldMk cId="2922739114" sldId="268"/>
        </pc:sldMkLst>
      </pc:sldChg>
      <pc:sldChg chg="addSp delSp modSp add replId">
        <pc:chgData name="종민 김" userId="e748add40d2bda36" providerId="Windows Live" clId="Web-{C4B12C3F-3E7A-42E5-B04B-5ADCDABD50F3}" dt="2025-12-17T07:41:20.439" v="144" actId="1076"/>
        <pc:sldMkLst>
          <pc:docMk/>
          <pc:sldMk cId="2976150207" sldId="268"/>
        </pc:sldMkLst>
        <pc:picChg chg="del">
          <ac:chgData name="종민 김" userId="e748add40d2bda36" providerId="Windows Live" clId="Web-{C4B12C3F-3E7A-42E5-B04B-5ADCDABD50F3}" dt="2025-12-17T07:41:05.173" v="142"/>
          <ac:picMkLst>
            <pc:docMk/>
            <pc:sldMk cId="2976150207" sldId="268"/>
            <ac:picMk id="2" creationId="{8B66B2BE-9945-50A1-07AC-8A452BDECCA2}"/>
          </ac:picMkLst>
        </pc:picChg>
        <pc:picChg chg="add mod">
          <ac:chgData name="종민 김" userId="e748add40d2bda36" providerId="Windows Live" clId="Web-{C4B12C3F-3E7A-42E5-B04B-5ADCDABD50F3}" dt="2025-12-17T07:41:20.439" v="144" actId="1076"/>
          <ac:picMkLst>
            <pc:docMk/>
            <pc:sldMk cId="2976150207" sldId="268"/>
            <ac:picMk id="3" creationId="{27C9B22D-4462-BED8-5DEF-D83CB32798C0}"/>
          </ac:picMkLst>
        </pc:picChg>
      </pc:sldChg>
    </pc:docChg>
  </pc:docChgLst>
  <pc:docChgLst>
    <pc:chgData name="종민 김" userId="e748add40d2bda36" providerId="Windows Live" clId="Web-{7AD5A03F-00E8-4D8A-AE0B-41A371CFF0DD}"/>
    <pc:docChg chg="addSld modSld sldOrd">
      <pc:chgData name="종민 김" userId="e748add40d2bda36" providerId="Windows Live" clId="Web-{7AD5A03F-00E8-4D8A-AE0B-41A371CFF0DD}" dt="2025-12-17T07:17:39.807" v="1355"/>
      <pc:docMkLst>
        <pc:docMk/>
      </pc:docMkLst>
      <pc:sldChg chg="addSp delSp modSp">
        <pc:chgData name="종민 김" userId="e748add40d2bda36" providerId="Windows Live" clId="Web-{7AD5A03F-00E8-4D8A-AE0B-41A371CFF0DD}" dt="2025-12-17T02:18:56.133" v="406" actId="1076"/>
        <pc:sldMkLst>
          <pc:docMk/>
          <pc:sldMk cId="270083133" sldId="257"/>
        </pc:sldMkLst>
        <pc:spChg chg="add mod">
          <ac:chgData name="종민 김" userId="e748add40d2bda36" providerId="Windows Live" clId="Web-{7AD5A03F-00E8-4D8A-AE0B-41A371CFF0DD}" dt="2025-12-17T02:10:59.959" v="43" actId="1076"/>
          <ac:spMkLst>
            <pc:docMk/>
            <pc:sldMk cId="270083133" sldId="257"/>
            <ac:spMk id="2" creationId="{301A4B7C-24DD-72D7-4CC2-17CC6A0278E6}"/>
          </ac:spMkLst>
        </pc:spChg>
        <pc:spChg chg="mod">
          <ac:chgData name="종민 김" userId="e748add40d2bda36" providerId="Windows Live" clId="Web-{7AD5A03F-00E8-4D8A-AE0B-41A371CFF0DD}" dt="2025-12-17T02:10:17.068" v="6" actId="20577"/>
          <ac:spMkLst>
            <pc:docMk/>
            <pc:sldMk cId="270083133" sldId="257"/>
            <ac:spMk id="3" creationId="{19C10365-5EF3-27E7-2507-CB37B627EF54}"/>
          </ac:spMkLst>
        </pc:spChg>
        <pc:spChg chg="add mod">
          <ac:chgData name="종민 김" userId="e748add40d2bda36" providerId="Windows Live" clId="Web-{7AD5A03F-00E8-4D8A-AE0B-41A371CFF0DD}" dt="2025-12-17T02:11:31.225" v="63" actId="1076"/>
          <ac:spMkLst>
            <pc:docMk/>
            <pc:sldMk cId="270083133" sldId="257"/>
            <ac:spMk id="5" creationId="{9031A63F-ABE2-3717-DE92-570174EDF1E5}"/>
          </ac:spMkLst>
        </pc:spChg>
        <pc:spChg chg="add del">
          <ac:chgData name="종민 김" userId="e748add40d2bda36" providerId="Windows Live" clId="Web-{7AD5A03F-00E8-4D8A-AE0B-41A371CFF0DD}" dt="2025-12-17T02:11:33.022" v="65"/>
          <ac:spMkLst>
            <pc:docMk/>
            <pc:sldMk cId="270083133" sldId="257"/>
            <ac:spMk id="6" creationId="{4AEBD28A-FB32-CB6B-025D-CD25C79D45E4}"/>
          </ac:spMkLst>
        </pc:spChg>
        <pc:spChg chg="add mod">
          <ac:chgData name="종민 김" userId="e748add40d2bda36" providerId="Windows Live" clId="Web-{7AD5A03F-00E8-4D8A-AE0B-41A371CFF0DD}" dt="2025-12-17T02:12:33.289" v="100" actId="20577"/>
          <ac:spMkLst>
            <pc:docMk/>
            <pc:sldMk cId="270083133" sldId="257"/>
            <ac:spMk id="7" creationId="{559927A1-2783-FC62-7D04-0C16909C5D01}"/>
          </ac:spMkLst>
        </pc:spChg>
        <pc:spChg chg="add del mod">
          <ac:chgData name="종민 김" userId="e748add40d2bda36" providerId="Windows Live" clId="Web-{7AD5A03F-00E8-4D8A-AE0B-41A371CFF0DD}" dt="2025-12-17T02:13:11.461" v="121"/>
          <ac:spMkLst>
            <pc:docMk/>
            <pc:sldMk cId="270083133" sldId="257"/>
            <ac:spMk id="8" creationId="{CA23A3A5-5F05-1AD1-D714-3D3B19BDBF2F}"/>
          </ac:spMkLst>
        </pc:spChg>
        <pc:spChg chg="add mod">
          <ac:chgData name="종민 김" userId="e748add40d2bda36" providerId="Windows Live" clId="Web-{7AD5A03F-00E8-4D8A-AE0B-41A371CFF0DD}" dt="2025-12-17T02:18:56.133" v="406" actId="1076"/>
          <ac:spMkLst>
            <pc:docMk/>
            <pc:sldMk cId="270083133" sldId="257"/>
            <ac:spMk id="10" creationId="{79F2E331-60CD-6E73-7BE4-B2E29FCC2E6A}"/>
          </ac:spMkLst>
        </pc:spChg>
        <pc:picChg chg="mod">
          <ac:chgData name="종민 김" userId="e748add40d2bda36" providerId="Windows Live" clId="Web-{7AD5A03F-00E8-4D8A-AE0B-41A371CFF0DD}" dt="2025-12-17T02:12:55.242" v="105" actId="14100"/>
          <ac:picMkLst>
            <pc:docMk/>
            <pc:sldMk cId="270083133" sldId="257"/>
            <ac:picMk id="4" creationId="{B0D62A62-7871-884E-B961-D8375F16BCA4}"/>
          </ac:picMkLst>
        </pc:picChg>
        <pc:cxnChg chg="add mod">
          <ac:chgData name="종민 김" userId="e748add40d2bda36" providerId="Windows Live" clId="Web-{7AD5A03F-00E8-4D8A-AE0B-41A371CFF0DD}" dt="2025-12-17T02:18:52.586" v="405" actId="1076"/>
          <ac:cxnSpMkLst>
            <pc:docMk/>
            <pc:sldMk cId="270083133" sldId="257"/>
            <ac:cxnSpMk id="9" creationId="{C0B84D94-AF4B-AEB4-6708-C7132E7A96DD}"/>
          </ac:cxnSpMkLst>
        </pc:cxnChg>
      </pc:sldChg>
      <pc:sldChg chg="addSp delSp modSp new">
        <pc:chgData name="종민 김" userId="e748add40d2bda36" providerId="Windows Live" clId="Web-{7AD5A03F-00E8-4D8A-AE0B-41A371CFF0DD}" dt="2025-12-17T03:15:56.043" v="632" actId="20577"/>
        <pc:sldMkLst>
          <pc:docMk/>
          <pc:sldMk cId="1392386008" sldId="258"/>
        </pc:sldMkLst>
        <pc:spChg chg="add mod">
          <ac:chgData name="종민 김" userId="e748add40d2bda36" providerId="Windows Live" clId="Web-{7AD5A03F-00E8-4D8A-AE0B-41A371CFF0DD}" dt="2025-12-17T03:15:56.043" v="632" actId="20577"/>
          <ac:spMkLst>
            <pc:docMk/>
            <pc:sldMk cId="1392386008" sldId="258"/>
            <ac:spMk id="3" creationId="{8B32C6A6-67B8-83CE-8AF1-4CB979649E3C}"/>
          </ac:spMkLst>
        </pc:spChg>
        <pc:picChg chg="add mod">
          <ac:chgData name="종민 김" userId="e748add40d2bda36" providerId="Windows Live" clId="Web-{7AD5A03F-00E8-4D8A-AE0B-41A371CFF0DD}" dt="2025-12-17T03:15:38.652" v="622" actId="1076"/>
          <ac:picMkLst>
            <pc:docMk/>
            <pc:sldMk cId="1392386008" sldId="258"/>
            <ac:picMk id="2" creationId="{76518FCD-D109-AB64-DD0B-410B04034158}"/>
          </ac:picMkLst>
        </pc:picChg>
        <pc:picChg chg="add del mod">
          <ac:chgData name="종민 김" userId="e748add40d2bda36" providerId="Windows Live" clId="Web-{7AD5A03F-00E8-4D8A-AE0B-41A371CFF0DD}" dt="2025-12-17T03:13:49.272" v="577"/>
          <ac:picMkLst>
            <pc:docMk/>
            <pc:sldMk cId="1392386008" sldId="258"/>
            <ac:picMk id="4" creationId="{460B1B00-1AC1-1A8D-C4E0-1CBC1E7EAD9B}"/>
          </ac:picMkLst>
        </pc:picChg>
        <pc:picChg chg="add del mod">
          <ac:chgData name="종민 김" userId="e748add40d2bda36" providerId="Windows Live" clId="Web-{7AD5A03F-00E8-4D8A-AE0B-41A371CFF0DD}" dt="2025-12-17T03:14:02.257" v="580"/>
          <ac:picMkLst>
            <pc:docMk/>
            <pc:sldMk cId="1392386008" sldId="258"/>
            <ac:picMk id="5" creationId="{93893563-996B-D1BD-98ED-2BD85773F9B3}"/>
          </ac:picMkLst>
        </pc:picChg>
        <pc:picChg chg="add mod">
          <ac:chgData name="종민 김" userId="e748add40d2bda36" providerId="Windows Live" clId="Web-{7AD5A03F-00E8-4D8A-AE0B-41A371CFF0DD}" dt="2025-12-17T03:15:41.761" v="624" actId="1076"/>
          <ac:picMkLst>
            <pc:docMk/>
            <pc:sldMk cId="1392386008" sldId="258"/>
            <ac:picMk id="6" creationId="{9D70DF5D-9734-B685-38EB-A76EAF91412C}"/>
          </ac:picMkLst>
        </pc:picChg>
      </pc:sldChg>
      <pc:sldChg chg="addSp delSp modSp new">
        <pc:chgData name="종민 김" userId="e748add40d2bda36" providerId="Windows Live" clId="Web-{7AD5A03F-00E8-4D8A-AE0B-41A371CFF0DD}" dt="2025-12-17T04:50:28.055" v="1180" actId="20577"/>
        <pc:sldMkLst>
          <pc:docMk/>
          <pc:sldMk cId="373891451" sldId="259"/>
        </pc:sldMkLst>
        <pc:spChg chg="add del mod">
          <ac:chgData name="종민 김" userId="e748add40d2bda36" providerId="Windows Live" clId="Web-{7AD5A03F-00E8-4D8A-AE0B-41A371CFF0DD}" dt="2025-12-17T03:02:18.212" v="418"/>
          <ac:spMkLst>
            <pc:docMk/>
            <pc:sldMk cId="373891451" sldId="259"/>
            <ac:spMk id="2" creationId="{1A644AF7-D6FF-46AE-527C-2164865B562B}"/>
          </ac:spMkLst>
        </pc:spChg>
        <pc:spChg chg="add mod">
          <ac:chgData name="종민 김" userId="e748add40d2bda36" providerId="Windows Live" clId="Web-{7AD5A03F-00E8-4D8A-AE0B-41A371CFF0DD}" dt="2025-12-17T04:50:28.055" v="1180" actId="20577"/>
          <ac:spMkLst>
            <pc:docMk/>
            <pc:sldMk cId="373891451" sldId="259"/>
            <ac:spMk id="4" creationId="{E47F2EAD-3701-6A89-F5F4-C1B46C1A6B89}"/>
          </ac:spMkLst>
        </pc:spChg>
        <pc:picChg chg="add mod">
          <ac:chgData name="종민 김" userId="e748add40d2bda36" providerId="Windows Live" clId="Web-{7AD5A03F-00E8-4D8A-AE0B-41A371CFF0DD}" dt="2025-12-17T03:02:37.150" v="423" actId="14100"/>
          <ac:picMkLst>
            <pc:docMk/>
            <pc:sldMk cId="373891451" sldId="259"/>
            <ac:picMk id="3" creationId="{CD4535A1-B252-AA6D-84FB-FA72DAEDEBA3}"/>
          </ac:picMkLst>
        </pc:picChg>
      </pc:sldChg>
      <pc:sldChg chg="addSp delSp modSp new">
        <pc:chgData name="종민 김" userId="e748add40d2bda36" providerId="Windows Live" clId="Web-{7AD5A03F-00E8-4D8A-AE0B-41A371CFF0DD}" dt="2025-12-17T04:50:27.102" v="1179"/>
        <pc:sldMkLst>
          <pc:docMk/>
          <pc:sldMk cId="3560264090" sldId="260"/>
        </pc:sldMkLst>
        <pc:spChg chg="add mod">
          <ac:chgData name="종민 김" userId="e748add40d2bda36" providerId="Windows Live" clId="Web-{7AD5A03F-00E8-4D8A-AE0B-41A371CFF0DD}" dt="2025-12-17T04:47:47.016" v="1154" actId="20577"/>
          <ac:spMkLst>
            <pc:docMk/>
            <pc:sldMk cId="3560264090" sldId="260"/>
            <ac:spMk id="3" creationId="{F35534BD-19FD-FA6B-9070-621EC24326AE}"/>
          </ac:spMkLst>
        </pc:spChg>
        <pc:spChg chg="add del mod">
          <ac:chgData name="종민 김" userId="e748add40d2bda36" providerId="Windows Live" clId="Web-{7AD5A03F-00E8-4D8A-AE0B-41A371CFF0DD}" dt="2025-12-17T04:47:49.563" v="1155"/>
          <ac:spMkLst>
            <pc:docMk/>
            <pc:sldMk cId="3560264090" sldId="260"/>
            <ac:spMk id="5" creationId="{5DCE44DB-67B9-0974-865B-14D369133DA8}"/>
          </ac:spMkLst>
        </pc:spChg>
        <pc:spChg chg="add del">
          <ac:chgData name="종민 김" userId="e748add40d2bda36" providerId="Windows Live" clId="Web-{7AD5A03F-00E8-4D8A-AE0B-41A371CFF0DD}" dt="2025-12-17T03:17:32.640" v="640"/>
          <ac:spMkLst>
            <pc:docMk/>
            <pc:sldMk cId="3560264090" sldId="260"/>
            <ac:spMk id="5" creationId="{76364398-AAFE-4195-7CAC-67A8C5ED1F2E}"/>
          </ac:spMkLst>
        </pc:spChg>
        <pc:spChg chg="add del mod">
          <ac:chgData name="종민 김" userId="e748add40d2bda36" providerId="Windows Live" clId="Web-{7AD5A03F-00E8-4D8A-AE0B-41A371CFF0DD}" dt="2025-12-17T04:50:27.102" v="1178"/>
          <ac:spMkLst>
            <pc:docMk/>
            <pc:sldMk cId="3560264090" sldId="260"/>
            <ac:spMk id="9" creationId="{2CF48B9B-4FC6-9F13-EBF2-58525C4BFAF0}"/>
          </ac:spMkLst>
        </pc:spChg>
        <pc:picChg chg="add del mod modCrop">
          <ac:chgData name="종민 김" userId="e748add40d2bda36" providerId="Windows Live" clId="Web-{7AD5A03F-00E8-4D8A-AE0B-41A371CFF0DD}" dt="2025-12-17T04:46:25.609" v="1101"/>
          <ac:picMkLst>
            <pc:docMk/>
            <pc:sldMk cId="3560264090" sldId="260"/>
            <ac:picMk id="2" creationId="{CEE13AC0-4621-C352-73B4-09486E6C9F3B}"/>
          </ac:picMkLst>
        </pc:picChg>
        <pc:picChg chg="add mod modCrop">
          <ac:chgData name="종민 김" userId="e748add40d2bda36" providerId="Windows Live" clId="Web-{7AD5A03F-00E8-4D8A-AE0B-41A371CFF0DD}" dt="2025-12-17T04:48:04.782" v="1164" actId="1076"/>
          <ac:picMkLst>
            <pc:docMk/>
            <pc:sldMk cId="3560264090" sldId="260"/>
            <ac:picMk id="4" creationId="{ED4C7BDD-306D-EDBA-7368-337397628BE1}"/>
          </ac:picMkLst>
        </pc:picChg>
        <pc:picChg chg="add del mod">
          <ac:chgData name="종민 김" userId="e748add40d2bda36" providerId="Windows Live" clId="Web-{7AD5A03F-00E8-4D8A-AE0B-41A371CFF0DD}" dt="2025-12-17T04:50:27.102" v="1179"/>
          <ac:picMkLst>
            <pc:docMk/>
            <pc:sldMk cId="3560264090" sldId="260"/>
            <ac:picMk id="7" creationId="{CCA4B007-903A-83AF-3D69-6937B936F6D8}"/>
          </ac:picMkLst>
        </pc:picChg>
      </pc:sldChg>
      <pc:sldChg chg="add ord replId">
        <pc:chgData name="종민 김" userId="e748add40d2bda36" providerId="Windows Live" clId="Web-{7AD5A03F-00E8-4D8A-AE0B-41A371CFF0DD}" dt="2025-12-17T04:50:33.587" v="1182"/>
        <pc:sldMkLst>
          <pc:docMk/>
          <pc:sldMk cId="2827297889" sldId="261"/>
        </pc:sldMkLst>
      </pc:sldChg>
      <pc:sldChg chg="new">
        <pc:chgData name="종민 김" userId="e748add40d2bda36" providerId="Windows Live" clId="Web-{7AD5A03F-00E8-4D8A-AE0B-41A371CFF0DD}" dt="2025-12-17T04:50:38.775" v="1183"/>
        <pc:sldMkLst>
          <pc:docMk/>
          <pc:sldMk cId="2867349796" sldId="262"/>
        </pc:sldMkLst>
      </pc:sldChg>
      <pc:sldChg chg="addSp delSp modSp ord">
        <pc:chgData name="종민 김" userId="e748add40d2bda36" providerId="Windows Live" clId="Web-{7AD5A03F-00E8-4D8A-AE0B-41A371CFF0DD}" dt="2025-12-17T07:17:09.195" v="1350"/>
        <pc:sldMkLst>
          <pc:docMk/>
          <pc:sldMk cId="292595988" sldId="264"/>
        </pc:sldMkLst>
        <pc:spChg chg="mod">
          <ac:chgData name="종민 김" userId="e748add40d2bda36" providerId="Windows Live" clId="Web-{7AD5A03F-00E8-4D8A-AE0B-41A371CFF0DD}" dt="2025-12-17T06:27:30.078" v="1347" actId="20577"/>
          <ac:spMkLst>
            <pc:docMk/>
            <pc:sldMk cId="292595988" sldId="264"/>
            <ac:spMk id="4" creationId="{9F834084-E6B3-5C39-1951-013A278B47BE}"/>
          </ac:spMkLst>
        </pc:spChg>
        <pc:picChg chg="add del mod">
          <ac:chgData name="종민 김" userId="e748add40d2bda36" providerId="Windows Live" clId="Web-{7AD5A03F-00E8-4D8A-AE0B-41A371CFF0DD}" dt="2025-12-17T06:22:47.165" v="1185"/>
          <ac:picMkLst>
            <pc:docMk/>
            <pc:sldMk cId="292595988" sldId="264"/>
            <ac:picMk id="3" creationId="{9078C8A3-8767-6899-49BB-A021C5B568E9}"/>
          </ac:picMkLst>
        </pc:picChg>
        <pc:picChg chg="add mod">
          <ac:chgData name="종민 김" userId="e748add40d2bda36" providerId="Windows Live" clId="Web-{7AD5A03F-00E8-4D8A-AE0B-41A371CFF0DD}" dt="2025-12-17T06:27:32.812" v="1348" actId="1076"/>
          <ac:picMkLst>
            <pc:docMk/>
            <pc:sldMk cId="292595988" sldId="264"/>
            <ac:picMk id="5" creationId="{FD3602A6-DFE0-5F2F-03F3-3104E4B82D7C}"/>
          </ac:picMkLst>
        </pc:picChg>
      </pc:sldChg>
      <pc:sldChg chg="addSp delSp modSp add replId">
        <pc:chgData name="종민 김" userId="e748add40d2bda36" providerId="Windows Live" clId="Web-{7AD5A03F-00E8-4D8A-AE0B-41A371CFF0DD}" dt="2025-12-17T07:17:35.103" v="1354" actId="1076"/>
        <pc:sldMkLst>
          <pc:docMk/>
          <pc:sldMk cId="2404317049" sldId="265"/>
        </pc:sldMkLst>
        <pc:spChg chg="mod">
          <ac:chgData name="종민 김" userId="e748add40d2bda36" providerId="Windows Live" clId="Web-{7AD5A03F-00E8-4D8A-AE0B-41A371CFF0DD}" dt="2025-12-17T07:17:35.103" v="1354" actId="1076"/>
          <ac:spMkLst>
            <pc:docMk/>
            <pc:sldMk cId="2404317049" sldId="265"/>
            <ac:spMk id="5" creationId="{48939951-86B6-167B-6520-AC010FD28469}"/>
          </ac:spMkLst>
        </pc:spChg>
        <pc:picChg chg="add mod">
          <ac:chgData name="종민 김" userId="e748add40d2bda36" providerId="Windows Live" clId="Web-{7AD5A03F-00E8-4D8A-AE0B-41A371CFF0DD}" dt="2025-12-17T07:17:32.572" v="1353" actId="1076"/>
          <ac:picMkLst>
            <pc:docMk/>
            <pc:sldMk cId="2404317049" sldId="265"/>
            <ac:picMk id="2" creationId="{9875A0E3-5A79-A119-498F-6D73DADDE264}"/>
          </ac:picMkLst>
        </pc:picChg>
        <pc:picChg chg="del">
          <ac:chgData name="종민 김" userId="e748add40d2bda36" providerId="Windows Live" clId="Web-{7AD5A03F-00E8-4D8A-AE0B-41A371CFF0DD}" dt="2025-12-17T07:17:29.634" v="1351"/>
          <ac:picMkLst>
            <pc:docMk/>
            <pc:sldMk cId="2404317049" sldId="265"/>
            <ac:picMk id="3" creationId="{00508443-6461-9B8F-B3A1-FDAB690B0AC1}"/>
          </ac:picMkLst>
        </pc:picChg>
      </pc:sldChg>
      <pc:sldChg chg="new">
        <pc:chgData name="종민 김" userId="e748add40d2bda36" providerId="Windows Live" clId="Web-{7AD5A03F-00E8-4D8A-AE0B-41A371CFF0DD}" dt="2025-12-17T07:17:39.807" v="1355"/>
        <pc:sldMkLst>
          <pc:docMk/>
          <pc:sldMk cId="176519972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2025-12-16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avires.dimi.uniud.it/papers/btad/btad.zip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kaggle.com/datasets/nexuswho/aitex-fabric-image-database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err="1">
                <a:ea typeface="맑은 고딕"/>
              </a:rPr>
              <a:t>Anomaly</a:t>
            </a:r>
            <a:r>
              <a:rPr lang="ko-KR" altLang="en-US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Dataset</a:t>
            </a:r>
            <a:r>
              <a:rPr lang="ko-KR" altLang="en-US">
                <a:ea typeface="맑은 고딕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9C10365-5EF3-27E7-2507-CB37B627EF54}"/>
              </a:ext>
            </a:extLst>
          </p:cNvPr>
          <p:cNvSpPr txBox="1">
            <a:spLocks/>
          </p:cNvSpPr>
          <p:nvPr/>
        </p:nvSpPr>
        <p:spPr>
          <a:xfrm>
            <a:off x="0" y="-2494"/>
            <a:ext cx="9144000" cy="238760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>
                <a:ea typeface="맑은 고딕"/>
              </a:rPr>
              <a:t>MPDD </a:t>
            </a:r>
          </a:p>
          <a:p>
            <a:pPr marL="571500" indent="-571500">
              <a:buFont typeface="Calibri"/>
              <a:buChar char="-"/>
            </a:pPr>
            <a:r>
              <a:rPr lang="ko-KR" altLang="en-US" sz="2000">
                <a:ea typeface="맑은 고딕"/>
              </a:rPr>
              <a:t>종류 : 6</a:t>
            </a:r>
          </a:p>
          <a:p>
            <a:pPr marL="571500" indent="-571500">
              <a:buFont typeface="Calibri"/>
              <a:buChar char="-"/>
            </a:pPr>
            <a:r>
              <a:rPr lang="ko-KR" altLang="en-US" sz="2000">
                <a:ea typeface="맑은 고딕"/>
              </a:rPr>
              <a:t>폴더 구조 </a:t>
            </a:r>
          </a:p>
          <a:p>
            <a:pPr marL="571500" indent="-571500">
              <a:buFont typeface="Calibri"/>
              <a:buChar char="-"/>
            </a:pPr>
            <a:r>
              <a:rPr lang="ko-KR" altLang="en-US" sz="2000">
                <a:ea typeface="맑은 고딕"/>
              </a:rPr>
              <a:t>MPDD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endParaRPr lang="ko-KR" altLang="en-US" sz="600">
              <a:latin typeface="맑은 고딕" panose="020F0302020204030204"/>
              <a:ea typeface="맑은 고딕"/>
            </a:endParaRP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ko-KR" altLang="en-US" sz="600">
                <a:latin typeface="맑은 고딕" panose="020F0302020204030204"/>
                <a:ea typeface="맑은 고딕"/>
              </a:rPr>
              <a:t>  </a:t>
            </a: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marL="1028700" lvl="1" indent="-571500">
              <a:lnSpc>
                <a:spcPct val="90000"/>
              </a:lnSpc>
              <a:spcBef>
                <a:spcPct val="0"/>
              </a:spcBef>
              <a:buFont typeface="Courier New"/>
              <a:buChar char="o"/>
            </a:pPr>
            <a:endParaRPr lang="ko-KR" altLang="en-US">
              <a:ea typeface="맑은 고딕"/>
            </a:endParaRPr>
          </a:p>
        </p:txBody>
      </p:sp>
      <p:pic>
        <p:nvPicPr>
          <p:cNvPr id="4" name="그림 3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D62A62-7871-884E-B961-D8375F16B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-3762"/>
            <a:ext cx="10160000" cy="192879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01A4B7C-24DD-72D7-4CC2-17CC6A0278E6}"/>
              </a:ext>
            </a:extLst>
          </p:cNvPr>
          <p:cNvSpPr txBox="1">
            <a:spLocks/>
          </p:cNvSpPr>
          <p:nvPr/>
        </p:nvSpPr>
        <p:spPr>
          <a:xfrm>
            <a:off x="-1" y="1714194"/>
            <a:ext cx="2364828" cy="42566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Calibri"/>
              <a:buChar char="-"/>
            </a:pPr>
            <a:r>
              <a:rPr lang="ko-KR" altLang="en-US" sz="1800">
                <a:latin typeface="맑은 고딕" panose="020F0302020204030204"/>
                <a:ea typeface="맑은 고딕"/>
              </a:rPr>
              <a:t>MPDD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endParaRPr lang="ko-KR" altLang="en-US" sz="600">
              <a:latin typeface="맑은 고딕" panose="020F0302020204030204"/>
              <a:ea typeface="맑은 고딕"/>
            </a:endParaRP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ko-KR" altLang="en-US" sz="600">
                <a:latin typeface="맑은 고딕" panose="020F0302020204030204"/>
                <a:ea typeface="맑은 고딕"/>
              </a:rPr>
              <a:t>  </a:t>
            </a: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marL="1028700" lvl="1" indent="-571500">
              <a:lnSpc>
                <a:spcPct val="90000"/>
              </a:lnSpc>
              <a:spcBef>
                <a:spcPct val="0"/>
              </a:spcBef>
              <a:buFont typeface="Courier New"/>
              <a:buChar char="o"/>
            </a:pPr>
            <a:endParaRPr lang="ko-KR" altLang="en-US">
              <a:ea typeface="맑은 고딕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9031A63F-ABE2-3717-DE92-570174EDF1E5}"/>
              </a:ext>
            </a:extLst>
          </p:cNvPr>
          <p:cNvSpPr txBox="1">
            <a:spLocks/>
          </p:cNvSpPr>
          <p:nvPr/>
        </p:nvSpPr>
        <p:spPr>
          <a:xfrm>
            <a:off x="429170" y="2047021"/>
            <a:ext cx="2364828" cy="42566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Calibri"/>
              <a:buChar char="-"/>
            </a:pPr>
            <a:r>
              <a:rPr lang="ko-KR" altLang="en-US" sz="1800" err="1">
                <a:latin typeface="맑은 고딕" panose="020F0302020204030204"/>
                <a:ea typeface="맑은 고딕"/>
              </a:rPr>
              <a:t>bracket_black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endParaRPr lang="ko-KR" altLang="en-US" sz="600">
              <a:latin typeface="맑은 고딕" panose="020F0302020204030204"/>
              <a:ea typeface="맑은 고딕"/>
            </a:endParaRP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ko-KR" altLang="en-US" sz="600">
                <a:latin typeface="맑은 고딕" panose="020F0302020204030204"/>
                <a:ea typeface="맑은 고딕"/>
              </a:rPr>
              <a:t>  </a:t>
            </a: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marL="1028700" lvl="1" indent="-571500">
              <a:lnSpc>
                <a:spcPct val="90000"/>
              </a:lnSpc>
              <a:spcBef>
                <a:spcPct val="0"/>
              </a:spcBef>
              <a:buFont typeface="Courier New"/>
              <a:buChar char="o"/>
            </a:pPr>
            <a:endParaRPr lang="ko-KR" altLang="en-US">
              <a:ea typeface="맑은 고딕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559927A1-2783-FC62-7D04-0C16909C5D01}"/>
              </a:ext>
            </a:extLst>
          </p:cNvPr>
          <p:cNvSpPr txBox="1">
            <a:spLocks/>
          </p:cNvSpPr>
          <p:nvPr/>
        </p:nvSpPr>
        <p:spPr>
          <a:xfrm>
            <a:off x="849584" y="2379848"/>
            <a:ext cx="2364828" cy="425669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ko-KR" altLang="en-US" sz="1800" err="1">
                <a:latin typeface="맑은 고딕" panose="020F0302020204030204"/>
                <a:ea typeface="맑은 고딕"/>
              </a:rPr>
              <a:t>ground</a:t>
            </a:r>
            <a:r>
              <a:rPr lang="ko-KR" altLang="en-US" sz="1800">
                <a:latin typeface="맑은 고딕" panose="020F0302020204030204"/>
                <a:ea typeface="맑은 고딕"/>
              </a:rPr>
              <a:t> </a:t>
            </a:r>
            <a:r>
              <a:rPr lang="ko-KR" altLang="en-US" sz="1800" err="1">
                <a:latin typeface="맑은 고딕" panose="020F0302020204030204"/>
                <a:ea typeface="맑은 고딕"/>
              </a:rPr>
              <a:t>truth</a:t>
            </a:r>
          </a:p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ko-KR" altLang="en-US" sz="1800" err="1">
                <a:latin typeface="맑은 고딕" panose="020F0302020204030204"/>
                <a:ea typeface="맑은 고딕"/>
              </a:rPr>
              <a:t>test</a:t>
            </a:r>
            <a:r>
              <a:rPr lang="ko-KR" altLang="en-US" sz="1800">
                <a:latin typeface="맑은 고딕" panose="020F0302020204030204"/>
                <a:ea typeface="맑은 고딕"/>
              </a:rPr>
              <a:t> </a:t>
            </a: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buFont typeface="Calibri"/>
              <a:buChar char="-"/>
            </a:pPr>
            <a:r>
              <a:rPr lang="ko-KR" altLang="en-US" sz="1800" err="1">
                <a:latin typeface="맑은 고딕" panose="020F0302020204030204"/>
                <a:ea typeface="맑은 고딕"/>
              </a:rPr>
              <a:t>train</a:t>
            </a:r>
            <a:endParaRPr lang="ko-KR" altLang="en-US" sz="1800">
              <a:latin typeface="맑은 고딕" panose="020F0302020204030204"/>
              <a:ea typeface="맑은 고딕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</a:pPr>
            <a:endParaRPr lang="ko-KR" altLang="en-US" sz="600">
              <a:latin typeface="맑은 고딕" panose="020F0302020204030204"/>
              <a:ea typeface="맑은 고딕"/>
            </a:endParaRP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ko-KR" altLang="en-US" sz="600">
                <a:latin typeface="맑은 고딕" panose="020F0302020204030204"/>
                <a:ea typeface="맑은 고딕"/>
              </a:rPr>
              <a:t>  </a:t>
            </a: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marL="1028700" lvl="1" indent="-571500">
              <a:lnSpc>
                <a:spcPct val="90000"/>
              </a:lnSpc>
              <a:spcBef>
                <a:spcPct val="0"/>
              </a:spcBef>
              <a:buFont typeface="Courier New"/>
              <a:buChar char="o"/>
            </a:pPr>
            <a:endParaRPr lang="ko-KR" altLang="en-US">
              <a:ea typeface="맑은 고딕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0B84D94-AF4B-AEB4-6708-C7132E7A96DD}"/>
              </a:ext>
            </a:extLst>
          </p:cNvPr>
          <p:cNvCxnSpPr/>
          <p:nvPr/>
        </p:nvCxnSpPr>
        <p:spPr>
          <a:xfrm>
            <a:off x="-9896" y="3712894"/>
            <a:ext cx="12201525" cy="76200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9F2E331-60CD-6E73-7BE4-B2E29FCC2E6A}"/>
              </a:ext>
            </a:extLst>
          </p:cNvPr>
          <p:cNvSpPr txBox="1"/>
          <p:nvPr/>
        </p:nvSpPr>
        <p:spPr>
          <a:xfrm>
            <a:off x="-10639" y="3666259"/>
            <a:ext cx="12353925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endParaRPr lang="ko-KR" altLang="en-US">
              <a:ea typeface="맑은 고딕"/>
            </a:endParaRPr>
          </a:p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ko-KR" altLang="en-US">
                <a:ea typeface="맑은 고딕"/>
              </a:rPr>
              <a:t>다운로드 URL :</a:t>
            </a:r>
            <a:r>
              <a:rPr lang="ko-KR" altLang="en-US">
                <a:ea typeface="+mn-lt"/>
                <a:cs typeface="+mn-lt"/>
              </a:rPr>
              <a:t> </a:t>
            </a:r>
            <a:r>
              <a:rPr lang="ko-KR">
                <a:ea typeface="+mn-lt"/>
                <a:cs typeface="+mn-lt"/>
              </a:rPr>
              <a:t>https://vutbr-my.sharepoint.com/personal/xjezek16_vutbr_cz/_layouts/15/onedrive.aspx?id=%2Fpersonal%2Fxjezek16%5Fvutbr%5Fcz%2FDocuments%2FMPDD&amp;ga=1</a:t>
            </a:r>
            <a:endParaRPr lang="ko-KR" altLang="en-US"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ko-KR" altLang="en-US" err="1">
                <a:ea typeface="맑은 고딕"/>
              </a:rPr>
              <a:t>train에는</a:t>
            </a:r>
            <a:r>
              <a:rPr lang="ko-KR" altLang="en-US">
                <a:ea typeface="맑은 고딕"/>
              </a:rPr>
              <a:t> 정상 데이터만 존재</a:t>
            </a:r>
            <a:endParaRPr lang="ko-KR">
              <a:ea typeface="맑은 고딕"/>
            </a:endParaRPr>
          </a:p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ko-KR" altLang="en-US" err="1">
                <a:ea typeface="맑은 고딕"/>
              </a:rPr>
              <a:t>test에는</a:t>
            </a:r>
            <a:r>
              <a:rPr lang="ko-KR" altLang="en-US">
                <a:ea typeface="맑은 고딕"/>
              </a:rPr>
              <a:t> 비정상, 정상 데이터 존재</a:t>
            </a:r>
          </a:p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ko-KR" altLang="en-US" err="1">
                <a:ea typeface="맑은 고딕"/>
              </a:rPr>
              <a:t>bracket_black인</a:t>
            </a:r>
            <a:r>
              <a:rPr lang="ko-KR" altLang="en-US">
                <a:ea typeface="맑은 고딕"/>
              </a:rPr>
              <a:t> 경우 비정상 종류는 2가지 '</a:t>
            </a:r>
            <a:r>
              <a:rPr lang="ko-KR" altLang="en-US" err="1">
                <a:ea typeface="맑은 고딕"/>
              </a:rPr>
              <a:t>hole</a:t>
            </a:r>
            <a:r>
              <a:rPr lang="ko-KR" altLang="en-US">
                <a:ea typeface="맑은 고딕"/>
              </a:rPr>
              <a:t>', '</a:t>
            </a:r>
            <a:r>
              <a:rPr lang="ko-KR" altLang="en-US" err="1">
                <a:ea typeface="맑은 고딕"/>
              </a:rPr>
              <a:t>scratches</a:t>
            </a:r>
            <a:r>
              <a:rPr lang="ko-KR" altLang="en-US">
                <a:ea typeface="맑은 고딕"/>
              </a:rPr>
              <a:t>' 두 가지 종류가 있고 정상은 '</a:t>
            </a:r>
            <a:r>
              <a:rPr lang="ko-KR" altLang="en-US" err="1">
                <a:ea typeface="맑은 고딕"/>
              </a:rPr>
              <a:t>good'폴더</a:t>
            </a:r>
            <a:r>
              <a:rPr lang="ko-KR" altLang="en-US">
                <a:ea typeface="맑은 고딕"/>
              </a:rPr>
              <a:t> 안에 있음</a:t>
            </a:r>
          </a:p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ko-KR" altLang="en-US">
                <a:ea typeface="맑은 고딕"/>
              </a:rPr>
              <a:t>이미지 포맷은 '</a:t>
            </a:r>
            <a:r>
              <a:rPr lang="ko-KR" altLang="en-US" err="1">
                <a:ea typeface="맑은 고딕"/>
              </a:rPr>
              <a:t>png</a:t>
            </a:r>
            <a:r>
              <a:rPr lang="ko-KR" altLang="en-US">
                <a:ea typeface="맑은 고딕"/>
              </a:rPr>
              <a:t>'</a:t>
            </a:r>
          </a:p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ko-KR" altLang="en-US" err="1">
                <a:ea typeface="맑은 고딕"/>
              </a:rPr>
              <a:t>Ground</a:t>
            </a:r>
            <a:r>
              <a:rPr lang="ko-KR" altLang="en-US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truth는</a:t>
            </a:r>
            <a:r>
              <a:rPr lang="ko-KR" altLang="en-US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segmentation</a:t>
            </a:r>
            <a:r>
              <a:rPr lang="ko-KR" altLang="en-US">
                <a:ea typeface="맑은 고딕"/>
              </a:rPr>
              <a:t> 마스크 ( 다음 슬라이드 </a:t>
            </a:r>
            <a:r>
              <a:rPr lang="ko-KR" altLang="en-US" err="1">
                <a:ea typeface="맑은 고딕"/>
              </a:rPr>
              <a:t>python</a:t>
            </a:r>
            <a:r>
              <a:rPr lang="ko-KR" altLang="en-US">
                <a:ea typeface="맑은 고딕"/>
              </a:rPr>
              <a:t> 코드 참조 )</a:t>
            </a:r>
          </a:p>
          <a:p>
            <a:pPr marL="285750" indent="-285750">
              <a:buFont typeface="Calibri"/>
              <a:buChar char="-"/>
            </a:pPr>
            <a:endParaRPr lang="ko-KR" altLang="en-US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70083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4535A1-B252-AA6D-84FB-FA72DAEDE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8" y="327499"/>
            <a:ext cx="6595745" cy="36442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47F2EAD-3701-6A89-F5F4-C1B46C1A6B89}"/>
              </a:ext>
            </a:extLst>
          </p:cNvPr>
          <p:cNvSpPr txBox="1"/>
          <p:nvPr/>
        </p:nvSpPr>
        <p:spPr>
          <a:xfrm>
            <a:off x="286987" y="4205844"/>
            <a:ext cx="694706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ko-KR" altLang="en-US" err="1">
                <a:ea typeface="맑은 고딕"/>
              </a:rPr>
              <a:t>Ground</a:t>
            </a:r>
            <a:r>
              <a:rPr lang="ko-KR" altLang="en-US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truth을</a:t>
            </a:r>
            <a:r>
              <a:rPr lang="ko-KR" altLang="en-US">
                <a:ea typeface="맑은 고딕"/>
              </a:rPr>
              <a:t> 위 그림처럼 읽으면 0과 255로 구분</a:t>
            </a:r>
          </a:p>
          <a:p>
            <a:pPr marL="285750" indent="-285750">
              <a:buFont typeface="Calibri"/>
              <a:buChar char="-"/>
            </a:pPr>
            <a:r>
              <a:rPr lang="ko-KR" altLang="en-US">
                <a:ea typeface="맑은 고딕"/>
              </a:rPr>
              <a:t>시각화 확인 결과 비정상 영역만 잘 분리</a:t>
            </a:r>
          </a:p>
        </p:txBody>
      </p:sp>
    </p:spTree>
    <p:extLst>
      <p:ext uri="{BB962C8B-B14F-4D97-AF65-F5344CB8AC3E}">
        <p14:creationId xmlns:p14="http://schemas.microsoft.com/office/powerpoint/2010/main" val="373891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B32C6A6-67B8-83CE-8AF1-4CB979649E3C}"/>
              </a:ext>
            </a:extLst>
          </p:cNvPr>
          <p:cNvSpPr txBox="1">
            <a:spLocks/>
          </p:cNvSpPr>
          <p:nvPr/>
        </p:nvSpPr>
        <p:spPr>
          <a:xfrm>
            <a:off x="0" y="-2494"/>
            <a:ext cx="12114835" cy="238760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>
                <a:ea typeface="맑은 고딕"/>
              </a:rPr>
              <a:t>ELPV</a:t>
            </a:r>
            <a:endParaRPr lang="ko-KR">
              <a:ea typeface="+mj-lt"/>
              <a:cs typeface="+mj-lt"/>
            </a:endParaRPr>
          </a:p>
          <a:p>
            <a:pPr marL="571500" indent="-571500">
              <a:lnSpc>
                <a:spcPct val="150000"/>
              </a:lnSpc>
              <a:buFont typeface="Calibri"/>
              <a:buChar char="-"/>
            </a:pPr>
            <a:r>
              <a:rPr lang="ko-KR" altLang="en-US" sz="2000">
                <a:ea typeface="맑은 고딕"/>
              </a:rPr>
              <a:t>총 2,624장의 태양전지 EL 이미지( 300x300, 8-bit </a:t>
            </a:r>
            <a:r>
              <a:rPr lang="ko-KR" altLang="en-US" sz="2000" err="1">
                <a:ea typeface="맑은 고딕"/>
              </a:rPr>
              <a:t>grayscale</a:t>
            </a:r>
            <a:r>
              <a:rPr lang="ko-KR" altLang="en-US" sz="2000">
                <a:ea typeface="맑은 고딕"/>
              </a:rPr>
              <a:t> )</a:t>
            </a:r>
          </a:p>
          <a:p>
            <a:pPr marL="571500" indent="-571500">
              <a:lnSpc>
                <a:spcPct val="150000"/>
              </a:lnSpc>
              <a:buFont typeface="Calibri"/>
              <a:buChar char="-"/>
            </a:pPr>
            <a:r>
              <a:rPr lang="ko-KR" altLang="en-US" sz="2000">
                <a:latin typeface="맑은 고딕" panose="020F0302020204030204"/>
                <a:ea typeface="맑은 고딕"/>
              </a:rPr>
              <a:t>다운로드는  아래 왼쪽 그림처럼 진행, 아래 오른쪽 그림은 코드 실행 결과</a:t>
            </a:r>
          </a:p>
          <a:p>
            <a:pPr marL="571500" indent="-571500">
              <a:lnSpc>
                <a:spcPct val="150000"/>
              </a:lnSpc>
              <a:buFont typeface="Calibri"/>
              <a:buChar char="-"/>
            </a:pPr>
            <a:r>
              <a:rPr lang="ko-KR" altLang="en-US" sz="2000" err="1">
                <a:latin typeface="맑은 고딕" panose="020F0302020204030204"/>
                <a:ea typeface="맑은 고딕"/>
              </a:rPr>
              <a:t>len</a:t>
            </a:r>
            <a:r>
              <a:rPr lang="ko-KR" altLang="en-US" sz="2000">
                <a:latin typeface="맑은 고딕" panose="020F0302020204030204"/>
                <a:ea typeface="맑은 고딕"/>
              </a:rPr>
              <a:t>(</a:t>
            </a:r>
            <a:r>
              <a:rPr lang="ko-KR" altLang="en-US" sz="2000" err="1">
                <a:latin typeface="맑은 고딕" panose="020F0302020204030204"/>
                <a:ea typeface="맑은 고딕"/>
              </a:rPr>
              <a:t>images</a:t>
            </a:r>
            <a:r>
              <a:rPr lang="ko-KR" altLang="en-US" sz="2000">
                <a:latin typeface="맑은 고딕" panose="020F0302020204030204"/>
                <a:ea typeface="맑은 고딕"/>
              </a:rPr>
              <a:t>), </a:t>
            </a:r>
            <a:r>
              <a:rPr lang="ko-KR" altLang="en-US" sz="2000" err="1">
                <a:latin typeface="맑은 고딕" panose="020F0302020204030204"/>
                <a:ea typeface="맑은 고딕"/>
              </a:rPr>
              <a:t>len</a:t>
            </a:r>
            <a:r>
              <a:rPr lang="ko-KR" altLang="en-US" sz="2000">
                <a:latin typeface="맑은 고딕" panose="020F0302020204030204"/>
                <a:ea typeface="맑은 고딕"/>
              </a:rPr>
              <a:t>(</a:t>
            </a:r>
            <a:r>
              <a:rPr lang="ko-KR" altLang="en-US" sz="2000" err="1">
                <a:latin typeface="맑은 고딕" panose="020F0302020204030204"/>
                <a:ea typeface="맑은 고딕"/>
              </a:rPr>
              <a:t>proba</a:t>
            </a:r>
            <a:r>
              <a:rPr lang="ko-KR" altLang="en-US" sz="2000">
                <a:latin typeface="맑은 고딕" panose="020F0302020204030204"/>
                <a:ea typeface="맑은 고딕"/>
              </a:rPr>
              <a:t>), </a:t>
            </a:r>
            <a:r>
              <a:rPr lang="ko-KR" altLang="en-US" sz="2000" err="1">
                <a:latin typeface="맑은 고딕" panose="020F0302020204030204"/>
                <a:ea typeface="맑은 고딕"/>
              </a:rPr>
              <a:t>len</a:t>
            </a:r>
            <a:r>
              <a:rPr lang="ko-KR" altLang="en-US" sz="2000">
                <a:latin typeface="맑은 고딕" panose="020F0302020204030204"/>
                <a:ea typeface="맑은 고딕"/>
              </a:rPr>
              <a:t>(</a:t>
            </a:r>
            <a:r>
              <a:rPr lang="ko-KR" altLang="en-US" sz="2000" err="1">
                <a:latin typeface="맑은 고딕" panose="020F0302020204030204"/>
                <a:ea typeface="맑은 고딕"/>
              </a:rPr>
              <a:t>types</a:t>
            </a:r>
            <a:r>
              <a:rPr lang="ko-KR" altLang="en-US" sz="2000">
                <a:latin typeface="맑은 고딕" panose="020F0302020204030204"/>
                <a:ea typeface="맑은 고딕"/>
              </a:rPr>
              <a:t>) 모두 리스트로 길이 2,624</a:t>
            </a:r>
          </a:p>
          <a:p>
            <a:pPr marL="571500" indent="-571500">
              <a:lnSpc>
                <a:spcPct val="150000"/>
              </a:lnSpc>
              <a:buFont typeface="Calibri"/>
              <a:buChar char="-"/>
            </a:pPr>
            <a:r>
              <a:rPr lang="ko-KR" altLang="en-US" sz="2000" err="1">
                <a:latin typeface="맑은 고딕" panose="020F0302020204030204"/>
                <a:ea typeface="맑은 고딕"/>
              </a:rPr>
              <a:t>Proba의</a:t>
            </a:r>
            <a:r>
              <a:rPr lang="ko-KR" altLang="en-US" sz="2000">
                <a:latin typeface="맑은 고딕" panose="020F0302020204030204"/>
                <a:ea typeface="맑은 고딕"/>
              </a:rPr>
              <a:t> 원소는 각 이미지가 불량일 확률(0과 1사이의 값), </a:t>
            </a:r>
            <a:r>
              <a:rPr lang="ko-KR" altLang="en-US" sz="2000" err="1">
                <a:latin typeface="맑은 고딕" panose="020F0302020204030204"/>
                <a:ea typeface="맑은 고딕"/>
              </a:rPr>
              <a:t>type은</a:t>
            </a:r>
            <a:r>
              <a:rPr lang="ko-KR" altLang="en-US" sz="2000">
                <a:latin typeface="맑은 고딕" panose="020F0302020204030204"/>
                <a:ea typeface="맑은 고딕"/>
              </a:rPr>
              <a:t>  태양광 모듈 종류</a:t>
            </a:r>
            <a:endParaRPr lang="ko-KR" altLang="en-US" sz="2000">
              <a:ea typeface="+mj-lt"/>
              <a:cs typeface="+mj-lt"/>
            </a:endParaRPr>
          </a:p>
          <a:p>
            <a:pPr marL="571500" indent="-571500">
              <a:lnSpc>
                <a:spcPct val="150000"/>
              </a:lnSpc>
              <a:buFont typeface="Calibri"/>
              <a:buChar char="-"/>
            </a:pPr>
            <a:r>
              <a:rPr lang="ko-KR" sz="2000">
                <a:ea typeface="+mj-lt"/>
                <a:cs typeface="+mj-lt"/>
              </a:rPr>
              <a:t>https://github.com/zae-bayern/elpv-dataset</a:t>
            </a:r>
            <a:endParaRPr lang="ko-KR" altLang="en-US" sz="2000">
              <a:ea typeface="+mj-lt"/>
              <a:cs typeface="+mj-lt"/>
            </a:endParaRPr>
          </a:p>
          <a:p>
            <a:pPr marL="571500" indent="-571500">
              <a:buFont typeface="Calibri"/>
              <a:buChar char="-"/>
            </a:pPr>
            <a:r>
              <a:rPr lang="ko-KR" altLang="en-US" sz="2000">
                <a:latin typeface="맑은 고딕" panose="020F0302020204030204"/>
                <a:ea typeface="맑은 고딕"/>
              </a:rPr>
              <a:t> </a:t>
            </a:r>
          </a:p>
          <a:p>
            <a:pPr marL="571500" indent="-571500"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ko-KR" altLang="en-US" sz="600">
                <a:latin typeface="맑은 고딕" panose="020F0302020204030204"/>
                <a:ea typeface="맑은 고딕"/>
              </a:rPr>
              <a:t>  </a:t>
            </a: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marL="1028700" lvl="1" indent="-571500">
              <a:lnSpc>
                <a:spcPct val="90000"/>
              </a:lnSpc>
              <a:spcBef>
                <a:spcPct val="0"/>
              </a:spcBef>
              <a:buFont typeface="Courier New"/>
              <a:buChar char="o"/>
            </a:pPr>
            <a:endParaRPr lang="ko-KR" altLang="en-US">
              <a:ea typeface="맑은 고딕"/>
            </a:endParaRPr>
          </a:p>
        </p:txBody>
      </p:sp>
      <p:pic>
        <p:nvPicPr>
          <p:cNvPr id="2" name="그림 1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518FCD-D109-AB64-DD0B-410B04034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202" y="3731517"/>
            <a:ext cx="5791200" cy="2600325"/>
          </a:xfrm>
          <a:prstGeom prst="rect">
            <a:avLst/>
          </a:prstGeom>
        </p:spPr>
      </p:pic>
      <p:pic>
        <p:nvPicPr>
          <p:cNvPr id="6" name="그림 5" descr="텍스트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70DF5D-9734-B685-38EB-A76EAF914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2657" y="3727590"/>
            <a:ext cx="3982173" cy="252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386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35534BD-19FD-FA6B-9070-621EC24326AE}"/>
              </a:ext>
            </a:extLst>
          </p:cNvPr>
          <p:cNvSpPr txBox="1">
            <a:spLocks/>
          </p:cNvSpPr>
          <p:nvPr/>
        </p:nvSpPr>
        <p:spPr>
          <a:xfrm>
            <a:off x="0" y="-2494"/>
            <a:ext cx="12114835" cy="238760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>
                <a:ea typeface="+mj-lt"/>
                <a:cs typeface="+mj-lt"/>
              </a:rPr>
              <a:t>BTAD</a:t>
            </a:r>
            <a:endParaRPr lang="ko-KR">
              <a:ea typeface="+mj-lt"/>
              <a:cs typeface="+mj-lt"/>
            </a:endParaRPr>
          </a:p>
          <a:p>
            <a:pPr marL="571500" indent="-571500">
              <a:lnSpc>
                <a:spcPct val="150000"/>
              </a:lnSpc>
              <a:buFont typeface="Calibri"/>
              <a:buChar char="-"/>
            </a:pPr>
            <a:r>
              <a:rPr lang="en-US" altLang="ko-KR" sz="2000" err="1">
                <a:ea typeface="+mj-lt"/>
                <a:cs typeface="+mj-lt"/>
              </a:rPr>
              <a:t>다운로드</a:t>
            </a:r>
            <a:r>
              <a:rPr lang="en-US" altLang="ko-KR" sz="2000">
                <a:ea typeface="+mj-lt"/>
                <a:cs typeface="+mj-lt"/>
              </a:rPr>
              <a:t> </a:t>
            </a:r>
            <a:r>
              <a:rPr lang="en-US" altLang="ko-KR" sz="2000">
                <a:ea typeface="+mj-lt"/>
                <a:cs typeface="+mj-lt"/>
                <a:hlinkClick r:id="rId2"/>
              </a:rPr>
              <a:t>https</a:t>
            </a:r>
            <a:r>
              <a:rPr lang="ko-KR" sz="2000">
                <a:ea typeface="+mj-lt"/>
                <a:cs typeface="+mj-lt"/>
                <a:hlinkClick r:id="rId2"/>
              </a:rPr>
              <a:t>://avires.dimi.uniud.it/papers/btad/btad.zip</a:t>
            </a:r>
            <a:endParaRPr lang="ko-KR" altLang="en-US" sz="2000">
              <a:ea typeface="+mj-lt"/>
              <a:cs typeface="+mj-lt"/>
            </a:endParaRPr>
          </a:p>
          <a:p>
            <a:pPr marL="571500" indent="-571500">
              <a:lnSpc>
                <a:spcPct val="150000"/>
              </a:lnSpc>
              <a:buFont typeface="Calibri"/>
              <a:buChar char="-"/>
            </a:pPr>
            <a:r>
              <a:rPr lang="ko-KR" altLang="en-US" sz="2000">
                <a:latin typeface="맑은 고딕" panose="020F0302020204030204"/>
                <a:ea typeface="맑은 고딕"/>
              </a:rPr>
              <a:t>실제 환경 산업에서 수집된 이상 데이터</a:t>
            </a:r>
            <a:endParaRPr lang="ko-KR" sz="2000">
              <a:latin typeface="맑은 고딕" panose="020F0302020204030204"/>
              <a:ea typeface="맑은 고딕"/>
            </a:endParaRPr>
          </a:p>
          <a:p>
            <a:pPr marL="571500" indent="-571500">
              <a:lnSpc>
                <a:spcPct val="150000"/>
              </a:lnSpc>
              <a:buFont typeface="Calibri"/>
              <a:buChar char="-"/>
            </a:pPr>
            <a:r>
              <a:rPr lang="ko-KR" altLang="en-US" sz="2000">
                <a:ea typeface="+mj-lt"/>
                <a:cs typeface="+mj-lt"/>
              </a:rPr>
              <a:t>01(product1, 1600x1600, 400장), 02(product2, 600x600, 1000장), 03(product3, 800x600, 399장)</a:t>
            </a:r>
          </a:p>
          <a:p>
            <a:pPr marL="571500" indent="-571500">
              <a:lnSpc>
                <a:spcPct val="150000"/>
              </a:lnSpc>
              <a:buFont typeface="Calibri"/>
              <a:buChar char="-"/>
            </a:pPr>
            <a:endParaRPr lang="ko-KR" altLang="en-US" sz="2000">
              <a:ea typeface="+mj-lt"/>
              <a:cs typeface="+mj-lt"/>
            </a:endParaRPr>
          </a:p>
          <a:p>
            <a:pPr marL="571500" indent="-571500">
              <a:buFont typeface="Calibri"/>
              <a:buChar char="-"/>
            </a:pPr>
            <a:endParaRPr lang="ko-KR" altLang="en-US" sz="2000">
              <a:ea typeface="+mj-lt"/>
              <a:cs typeface="+mj-lt"/>
            </a:endParaRP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ko-KR" altLang="en-US" sz="600">
                <a:latin typeface="맑은 고딕" panose="020F0302020204030204"/>
                <a:ea typeface="맑은 고딕"/>
              </a:rPr>
              <a:t>  </a:t>
            </a: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marL="571500" indent="-571500">
              <a:buFont typeface="Calibri"/>
              <a:buChar char="-"/>
            </a:pPr>
            <a:r>
              <a:rPr lang="ko-KR" altLang="en-US" sz="2000">
                <a:latin typeface="맑은 고딕" panose="020F0302020204030204"/>
                <a:ea typeface="맑은 고딕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1028700" lvl="1" indent="-571500">
              <a:lnSpc>
                <a:spcPct val="90000"/>
              </a:lnSpc>
              <a:spcBef>
                <a:spcPct val="0"/>
              </a:spcBef>
              <a:buFont typeface="Courier New"/>
              <a:buChar char="o"/>
            </a:pPr>
            <a:endParaRPr lang="ko-KR" altLang="en-US">
              <a:ea typeface="맑은 고딕"/>
            </a:endParaRPr>
          </a:p>
        </p:txBody>
      </p:sp>
      <p:pic>
        <p:nvPicPr>
          <p:cNvPr id="4" name="그림 3" descr="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4C7BDD-306D-EDBA-7368-337397628B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95" r="-139" b="649"/>
          <a:stretch>
            <a:fillRect/>
          </a:stretch>
        </p:blipFill>
        <p:spPr>
          <a:xfrm>
            <a:off x="2343534" y="2383323"/>
            <a:ext cx="7279463" cy="144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264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906B2-5082-8343-1232-26D8DAF6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BDD1E9-C7CF-CF4E-B001-8D2A9221B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8" y="327499"/>
            <a:ext cx="6595745" cy="36442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1B8B52-D0BA-F9EA-68BB-A97FD458CDBA}"/>
              </a:ext>
            </a:extLst>
          </p:cNvPr>
          <p:cNvSpPr txBox="1"/>
          <p:nvPr/>
        </p:nvSpPr>
        <p:spPr>
          <a:xfrm>
            <a:off x="286987" y="4205844"/>
            <a:ext cx="694706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ko-KR" altLang="en-US" err="1">
                <a:ea typeface="맑은 고딕"/>
              </a:rPr>
              <a:t>Ground</a:t>
            </a:r>
            <a:r>
              <a:rPr lang="ko-KR" altLang="en-US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truth을</a:t>
            </a:r>
            <a:r>
              <a:rPr lang="ko-KR" altLang="en-US">
                <a:ea typeface="맑은 고딕"/>
              </a:rPr>
              <a:t> 위 그림처럼 읽으면 0과 255로 구분</a:t>
            </a:r>
          </a:p>
          <a:p>
            <a:pPr marL="285750" indent="-285750">
              <a:buFont typeface="Calibri"/>
              <a:buChar char="-"/>
            </a:pPr>
            <a:r>
              <a:rPr lang="ko-KR" altLang="en-US">
                <a:ea typeface="맑은 고딕"/>
              </a:rPr>
              <a:t>시각화 확인 결과 비정상 영역만 잘 분리</a:t>
            </a:r>
          </a:p>
        </p:txBody>
      </p:sp>
    </p:spTree>
    <p:extLst>
      <p:ext uri="{BB962C8B-B14F-4D97-AF65-F5344CB8AC3E}">
        <p14:creationId xmlns:p14="http://schemas.microsoft.com/office/powerpoint/2010/main" val="2827297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6A30E50-636A-244A-ACFF-F206843BA225}"/>
              </a:ext>
            </a:extLst>
          </p:cNvPr>
          <p:cNvSpPr txBox="1">
            <a:spLocks/>
          </p:cNvSpPr>
          <p:nvPr/>
        </p:nvSpPr>
        <p:spPr>
          <a:xfrm>
            <a:off x="0" y="-2494"/>
            <a:ext cx="12114835" cy="2387600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err="1">
                <a:ea typeface="+mj-lt"/>
                <a:cs typeface="+mj-lt"/>
              </a:rPr>
              <a:t>MVTec</a:t>
            </a:r>
            <a:r>
              <a:rPr lang="ko-KR" altLang="en-US">
                <a:ea typeface="+mj-lt"/>
                <a:cs typeface="+mj-lt"/>
              </a:rPr>
              <a:t>-AD</a:t>
            </a:r>
          </a:p>
          <a:p>
            <a:pPr marL="571500" indent="-571500">
              <a:lnSpc>
                <a:spcPct val="150000"/>
              </a:lnSpc>
              <a:buFont typeface="Calibri"/>
              <a:buChar char="-"/>
            </a:pPr>
            <a:r>
              <a:rPr lang="en-US" altLang="ko-KR" sz="2000" err="1">
                <a:ea typeface="+mj-lt"/>
                <a:cs typeface="+mj-lt"/>
              </a:rPr>
              <a:t>다운로드</a:t>
            </a:r>
            <a:r>
              <a:rPr lang="en-US" altLang="ko-KR" sz="2000">
                <a:ea typeface="+mj-lt"/>
                <a:cs typeface="+mj-lt"/>
              </a:rPr>
              <a:t> </a:t>
            </a:r>
            <a:r>
              <a:rPr lang="en-US" sz="2000">
                <a:ea typeface="+mj-lt"/>
                <a:cs typeface="+mj-lt"/>
              </a:rPr>
              <a:t>https</a:t>
            </a:r>
            <a:r>
              <a:rPr lang="en-US" altLang="ko-KR" sz="2000">
                <a:ea typeface="+mj-lt"/>
                <a:cs typeface="+mj-lt"/>
              </a:rPr>
              <a:t>://www.mvtec.com/company/research/datasets/mvtec-ad/downloads</a:t>
            </a:r>
            <a:endParaRPr lang="ko-KR" altLang="en-US" sz="2000">
              <a:ea typeface="+mj-lt"/>
              <a:cs typeface="+mj-lt"/>
            </a:endParaRPr>
          </a:p>
          <a:p>
            <a:pPr marL="571500" indent="-571500">
              <a:lnSpc>
                <a:spcPct val="150000"/>
              </a:lnSpc>
              <a:buFont typeface="Calibri"/>
              <a:buChar char="-"/>
            </a:pPr>
            <a:r>
              <a:rPr lang="ko-KR" altLang="en-US" sz="2000">
                <a:ea typeface="+mj-lt"/>
                <a:cs typeface="+mj-lt"/>
              </a:rPr>
              <a:t>15종류</a:t>
            </a:r>
          </a:p>
          <a:p>
            <a:pPr marL="571500" indent="-571500">
              <a:buFont typeface="Calibri"/>
              <a:buChar char="-"/>
            </a:pPr>
            <a:r>
              <a:rPr lang="ko-KR" altLang="en-US" sz="2000">
                <a:ea typeface="+mj-lt"/>
                <a:cs typeface="+mj-lt"/>
              </a:rPr>
              <a:t> </a:t>
            </a:r>
            <a:r>
              <a:rPr lang="ko-KR" altLang="en-US" sz="2000" err="1">
                <a:ea typeface="+mj-lt"/>
                <a:cs typeface="+mj-lt"/>
              </a:rPr>
              <a:t>train</a:t>
            </a:r>
            <a:r>
              <a:rPr lang="ko-KR" altLang="en-US" sz="2000">
                <a:ea typeface="+mj-lt"/>
                <a:cs typeface="+mj-lt"/>
              </a:rPr>
              <a:t> 정상, </a:t>
            </a:r>
            <a:r>
              <a:rPr lang="ko-KR" altLang="en-US" sz="2000" err="1">
                <a:ea typeface="+mj-lt"/>
                <a:cs typeface="+mj-lt"/>
              </a:rPr>
              <a:t>test</a:t>
            </a:r>
            <a:r>
              <a:rPr lang="ko-KR" altLang="en-US" sz="2000">
                <a:ea typeface="+mj-lt"/>
                <a:cs typeface="+mj-lt"/>
              </a:rPr>
              <a:t> 정상 비정상 포함, ground_truth 비정상 영역 마스크 이미지</a:t>
            </a:r>
          </a:p>
          <a:p>
            <a:pPr lvl="1">
              <a:lnSpc>
                <a:spcPct val="90000"/>
              </a:lnSpc>
              <a:spcBef>
                <a:spcPct val="0"/>
              </a:spcBef>
            </a:pPr>
            <a:r>
              <a:rPr lang="ko-KR" altLang="en-US" sz="600">
                <a:latin typeface="맑은 고딕" panose="020F0302020204030204"/>
                <a:ea typeface="맑은 고딕"/>
              </a:rPr>
              <a:t>  </a:t>
            </a:r>
          </a:p>
          <a:p>
            <a:pPr marL="571500" indent="-571500">
              <a:lnSpc>
                <a:spcPct val="90000"/>
              </a:lnSpc>
              <a:spcBef>
                <a:spcPct val="0"/>
              </a:spcBef>
              <a:buFont typeface="Calibri"/>
              <a:buChar char="-"/>
            </a:pPr>
            <a:endParaRPr lang="ko-KR" altLang="en-US" sz="2000">
              <a:latin typeface="맑은 고딕" panose="020F0302020204030204"/>
              <a:ea typeface="맑은 고딕"/>
            </a:endParaRPr>
          </a:p>
          <a:p>
            <a:pPr marL="571500" indent="-571500">
              <a:buFont typeface="Calibri"/>
              <a:buChar char="-"/>
            </a:pPr>
            <a:r>
              <a:rPr lang="ko-KR" altLang="en-US" sz="2000">
                <a:latin typeface="맑은 고딕" panose="020F0302020204030204"/>
                <a:ea typeface="맑은 고딕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1028700" lvl="1" indent="-571500">
              <a:lnSpc>
                <a:spcPct val="90000"/>
              </a:lnSpc>
              <a:spcBef>
                <a:spcPct val="0"/>
              </a:spcBef>
              <a:buFont typeface="Courier New"/>
              <a:buChar char="o"/>
            </a:pPr>
            <a:endParaRPr lang="ko-KR" altLang="en-US">
              <a:ea typeface="맑은 고딕"/>
            </a:endParaRPr>
          </a:p>
        </p:txBody>
      </p:sp>
      <p:pic>
        <p:nvPicPr>
          <p:cNvPr id="4" name="그림 3" descr="텍스트, 스크린샷, 디스플레이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F92CEB-16FC-9C3D-01C4-431D155E4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4319072"/>
            <a:ext cx="6162675" cy="2534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349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38CD3E-E38F-24F4-3B27-E51B895E3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8" y="327499"/>
            <a:ext cx="6595745" cy="36442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3820E6-7F2A-8584-BE51-536F06F6CF60}"/>
              </a:ext>
            </a:extLst>
          </p:cNvPr>
          <p:cNvSpPr txBox="1"/>
          <p:nvPr/>
        </p:nvSpPr>
        <p:spPr>
          <a:xfrm>
            <a:off x="286987" y="4205844"/>
            <a:ext cx="694706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ko-KR" altLang="en-US" err="1">
                <a:ea typeface="맑은 고딕"/>
              </a:rPr>
              <a:t>Ground</a:t>
            </a:r>
            <a:r>
              <a:rPr lang="ko-KR" altLang="en-US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truth을</a:t>
            </a:r>
            <a:r>
              <a:rPr lang="ko-KR" altLang="en-US">
                <a:ea typeface="맑은 고딕"/>
              </a:rPr>
              <a:t> 위 그림처럼 읽으면 0과 255로 구분</a:t>
            </a:r>
          </a:p>
          <a:p>
            <a:pPr marL="285750" indent="-285750">
              <a:buFont typeface="Calibri"/>
              <a:buChar char="-"/>
            </a:pPr>
            <a:r>
              <a:rPr lang="ko-KR" altLang="en-US">
                <a:ea typeface="맑은 고딕"/>
              </a:rPr>
              <a:t>시각화 확인 결과 비정상 영역만 잘 분리</a:t>
            </a:r>
          </a:p>
        </p:txBody>
      </p:sp>
    </p:spTree>
    <p:extLst>
      <p:ext uri="{BB962C8B-B14F-4D97-AF65-F5344CB8AC3E}">
        <p14:creationId xmlns:p14="http://schemas.microsoft.com/office/powerpoint/2010/main" val="3755054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5E5C0C-DEF1-387F-B462-F3A9BA3C1557}"/>
              </a:ext>
            </a:extLst>
          </p:cNvPr>
          <p:cNvSpPr txBox="1"/>
          <p:nvPr/>
        </p:nvSpPr>
        <p:spPr>
          <a:xfrm>
            <a:off x="0" y="-1095"/>
            <a:ext cx="914400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/>
              <a:t>AITEX Fabric Image Database</a:t>
            </a:r>
          </a:p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834084-E6B3-5C39-1951-013A278B47BE}"/>
              </a:ext>
            </a:extLst>
          </p:cNvPr>
          <p:cNvSpPr txBox="1"/>
          <p:nvPr/>
        </p:nvSpPr>
        <p:spPr>
          <a:xfrm>
            <a:off x="-19050" y="828674"/>
            <a:ext cx="12230100" cy="21162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ko-KR">
                <a:ea typeface="+mn-lt"/>
                <a:cs typeface="+mn-lt"/>
                <a:hlinkClick r:id="rId2"/>
              </a:rPr>
              <a:t>https://www.kaggle.com/datasets/nexuswho/aitex-fabric-image-database</a:t>
            </a:r>
            <a:endParaRPr lang="ko-KR" altLang="en-US"/>
          </a:p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en-US" altLang="ko-KR" err="1">
                <a:ea typeface="+mn-lt"/>
                <a:cs typeface="+mn-lt"/>
              </a:rPr>
              <a:t>다운로드는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en-US" altLang="ko-KR" err="1">
                <a:ea typeface="+mn-lt"/>
                <a:cs typeface="+mn-lt"/>
              </a:rPr>
              <a:t>아래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en-US" altLang="ko-KR" err="1">
                <a:ea typeface="+mn-lt"/>
                <a:cs typeface="+mn-lt"/>
              </a:rPr>
              <a:t>왼쪽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en-US" altLang="ko-KR" err="1">
                <a:ea typeface="+mn-lt"/>
                <a:cs typeface="+mn-lt"/>
              </a:rPr>
              <a:t>그림처럼</a:t>
            </a:r>
            <a:r>
              <a:rPr lang="en-US" altLang="ko-KR">
                <a:ea typeface="+mn-lt"/>
                <a:cs typeface="+mn-lt"/>
              </a:rPr>
              <a:t>, print </a:t>
            </a:r>
            <a:r>
              <a:rPr lang="en-US" altLang="ko-KR" err="1">
                <a:ea typeface="+mn-lt"/>
                <a:cs typeface="+mn-lt"/>
              </a:rPr>
              <a:t>문에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en-US" altLang="ko-KR" err="1">
                <a:ea typeface="+mn-lt"/>
                <a:cs typeface="+mn-lt"/>
              </a:rPr>
              <a:t>저장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en-US" altLang="ko-KR" err="1">
                <a:ea typeface="+mn-lt"/>
                <a:cs typeface="+mn-lt"/>
              </a:rPr>
              <a:t>경로가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en-US" altLang="ko-KR" err="1">
                <a:ea typeface="+mn-lt"/>
                <a:cs typeface="+mn-lt"/>
              </a:rPr>
              <a:t>출력된다</a:t>
            </a:r>
            <a:r>
              <a:rPr lang="en-US" altLang="ko-KR">
                <a:ea typeface="+mn-lt"/>
                <a:cs typeface="+mn-lt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en-US" altLang="ko-KR">
                <a:ea typeface="+mn-lt"/>
                <a:cs typeface="+mn-lt"/>
              </a:rPr>
              <a:t>7종류 245개의 </a:t>
            </a:r>
            <a:r>
              <a:rPr lang="en-US" altLang="ko-KR" err="1">
                <a:ea typeface="+mn-lt"/>
                <a:cs typeface="+mn-lt"/>
              </a:rPr>
              <a:t>이미지</a:t>
            </a:r>
            <a:r>
              <a:rPr lang="en-US" altLang="ko-KR">
                <a:ea typeface="+mn-lt"/>
                <a:cs typeface="+mn-lt"/>
              </a:rPr>
              <a:t>(정상:140, 비정상:105)</a:t>
            </a:r>
          </a:p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en-US" altLang="ko-KR">
                <a:ea typeface="+mn-lt"/>
                <a:cs typeface="+mn-lt"/>
              </a:rPr>
              <a:t>Defective image </a:t>
            </a:r>
            <a:r>
              <a:rPr lang="en-US" altLang="ko-KR" err="1">
                <a:ea typeface="+mn-lt"/>
                <a:cs typeface="+mn-lt"/>
              </a:rPr>
              <a:t>파일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en-US" altLang="ko-KR" err="1">
                <a:ea typeface="+mn-lt"/>
                <a:cs typeface="+mn-lt"/>
              </a:rPr>
              <a:t>이름은</a:t>
            </a:r>
            <a:r>
              <a:rPr lang="en-US" altLang="ko-KR">
                <a:ea typeface="+mn-lt"/>
                <a:cs typeface="+mn-lt"/>
              </a:rPr>
              <a:t> '</a:t>
            </a:r>
            <a:r>
              <a:rPr lang="en-US" altLang="ko-KR" err="1">
                <a:ea typeface="+mn-lt"/>
                <a:cs typeface="+mn-lt"/>
              </a:rPr>
              <a:t>nnnn_ddd_ff_mask.png'ㅇ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en-US" altLang="ko-KR" err="1">
                <a:ea typeface="+mn-lt"/>
                <a:cs typeface="+mn-lt"/>
              </a:rPr>
              <a:t>형식을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en-US" altLang="ko-KR" err="1">
                <a:ea typeface="+mn-lt"/>
                <a:cs typeface="+mn-lt"/>
              </a:rPr>
              <a:t>따른다</a:t>
            </a:r>
            <a:r>
              <a:rPr lang="en-US" altLang="ko-KR">
                <a:ea typeface="+mn-lt"/>
                <a:cs typeface="+mn-lt"/>
              </a:rPr>
              <a:t>. '</a:t>
            </a:r>
            <a:r>
              <a:rPr lang="en-US" altLang="ko-KR" err="1">
                <a:ea typeface="+mn-lt"/>
                <a:cs typeface="+mn-lt"/>
              </a:rPr>
              <a:t>nnnn'은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en-US" altLang="ko-KR" err="1">
                <a:ea typeface="+mn-lt"/>
                <a:cs typeface="+mn-lt"/>
              </a:rPr>
              <a:t>이미지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en-US" altLang="ko-KR" err="1">
                <a:ea typeface="+mn-lt"/>
                <a:cs typeface="+mn-lt"/>
              </a:rPr>
              <a:t>번호</a:t>
            </a:r>
            <a:r>
              <a:rPr lang="en-US" altLang="ko-KR">
                <a:ea typeface="+mn-lt"/>
                <a:cs typeface="+mn-lt"/>
              </a:rPr>
              <a:t>, '</a:t>
            </a:r>
            <a:r>
              <a:rPr lang="en-US" altLang="ko-KR" err="1">
                <a:ea typeface="+mn-lt"/>
                <a:cs typeface="+mn-lt"/>
              </a:rPr>
              <a:t>ddd'는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en-US" altLang="ko-KR" err="1">
                <a:ea typeface="+mn-lt"/>
                <a:cs typeface="+mn-lt"/>
              </a:rPr>
              <a:t>결함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en-US" altLang="ko-KR" err="1">
                <a:ea typeface="+mn-lt"/>
                <a:cs typeface="+mn-lt"/>
              </a:rPr>
              <a:t>코드</a:t>
            </a:r>
            <a:r>
              <a:rPr lang="en-US" altLang="ko-KR">
                <a:ea typeface="+mn-lt"/>
                <a:cs typeface="+mn-lt"/>
              </a:rPr>
              <a:t>, '</a:t>
            </a:r>
            <a:r>
              <a:rPr lang="en-US" altLang="ko-KR" err="1">
                <a:ea typeface="+mn-lt"/>
                <a:cs typeface="+mn-lt"/>
              </a:rPr>
              <a:t>ff'는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en-US" altLang="ko-KR" err="1">
                <a:ea typeface="+mn-lt"/>
                <a:cs typeface="+mn-lt"/>
              </a:rPr>
              <a:t>섬유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en-US" altLang="ko-KR" err="1">
                <a:ea typeface="+mn-lt"/>
                <a:cs typeface="+mn-lt"/>
              </a:rPr>
              <a:t>코드이다</a:t>
            </a:r>
            <a:r>
              <a:rPr lang="en-US" altLang="ko-KR">
                <a:ea typeface="+mn-lt"/>
                <a:cs typeface="+mn-lt"/>
              </a:rPr>
              <a:t>.</a:t>
            </a:r>
          </a:p>
        </p:txBody>
      </p:sp>
      <p:pic>
        <p:nvPicPr>
          <p:cNvPr id="5" name="그림 4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3602A6-DFE0-5F2F-03F3-3104E4B82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33" y="3261444"/>
            <a:ext cx="954405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95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13202-A877-6845-6EE3-FD3EAABDB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939951-86B6-167B-6520-AC010FD28469}"/>
              </a:ext>
            </a:extLst>
          </p:cNvPr>
          <p:cNvSpPr txBox="1"/>
          <p:nvPr/>
        </p:nvSpPr>
        <p:spPr>
          <a:xfrm>
            <a:off x="534390" y="5284519"/>
            <a:ext cx="694706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ko-KR" altLang="en-US" err="1">
                <a:ea typeface="맑은 고딕"/>
              </a:rPr>
              <a:t>Ground</a:t>
            </a:r>
            <a:r>
              <a:rPr lang="ko-KR" altLang="en-US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truth을</a:t>
            </a:r>
            <a:r>
              <a:rPr lang="ko-KR" altLang="en-US">
                <a:ea typeface="맑은 고딕"/>
              </a:rPr>
              <a:t> 위 그림처럼 읽으면 0과 255로 구분</a:t>
            </a:r>
          </a:p>
          <a:p>
            <a:pPr marL="285750" indent="-285750">
              <a:buFont typeface="Calibri"/>
              <a:buChar char="-"/>
            </a:pPr>
            <a:r>
              <a:rPr lang="ko-KR" altLang="en-US">
                <a:ea typeface="맑은 고딕"/>
              </a:rPr>
              <a:t>시각화 확인 결과 비정상 영역만 잘 분리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875A0E3-5A79-A119-498F-6D73DADDE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01" y="162172"/>
            <a:ext cx="1085850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317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E9C808-2C8B-48D8-022C-ECDDF28EE099}"/>
              </a:ext>
            </a:extLst>
          </p:cNvPr>
          <p:cNvSpPr txBox="1"/>
          <p:nvPr/>
        </p:nvSpPr>
        <p:spPr>
          <a:xfrm>
            <a:off x="0" y="-1095"/>
            <a:ext cx="91440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err="1"/>
              <a:t>VisA</a:t>
            </a:r>
            <a:r>
              <a:rPr lang="en-US" sz="4400" b="1"/>
              <a:t>  </a:t>
            </a:r>
            <a:endParaRPr lang="ko-K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400DE5-A3B3-F4B4-FD3B-D341E44EC963}"/>
              </a:ext>
            </a:extLst>
          </p:cNvPr>
          <p:cNvSpPr txBox="1"/>
          <p:nvPr/>
        </p:nvSpPr>
        <p:spPr>
          <a:xfrm>
            <a:off x="-19050" y="828674"/>
            <a:ext cx="12230100" cy="17007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en-US" altLang="ko-KR">
                <a:ea typeface="+mn-lt"/>
                <a:cs typeface="+mn-lt"/>
              </a:rPr>
              <a:t>https://github.com/amazon-science/</a:t>
            </a:r>
            <a:r>
              <a:rPr lang="en-US">
                <a:ea typeface="+mn-lt"/>
                <a:cs typeface="+mn-lt"/>
              </a:rPr>
              <a:t>spot-diff</a:t>
            </a:r>
            <a:endParaRPr lang="ko-KR" altLang="en-US"/>
          </a:p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en-US" altLang="ko-KR" err="1">
                <a:ea typeface="+mn-lt"/>
                <a:cs typeface="+mn-lt"/>
              </a:rPr>
              <a:t>다운로드는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en-US" altLang="ko-KR" err="1">
                <a:ea typeface="+mn-lt"/>
                <a:cs typeface="+mn-lt"/>
              </a:rPr>
              <a:t>아래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en-US" altLang="ko-KR" err="1">
                <a:ea typeface="+mn-lt"/>
                <a:cs typeface="+mn-lt"/>
              </a:rPr>
              <a:t>왼쪽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en-US" altLang="ko-KR" err="1">
                <a:ea typeface="+mn-lt"/>
                <a:cs typeface="+mn-lt"/>
              </a:rPr>
              <a:t>그림처럼</a:t>
            </a:r>
            <a:r>
              <a:rPr lang="en-US" altLang="ko-KR">
                <a:ea typeface="+mn-lt"/>
                <a:cs typeface="+mn-lt"/>
              </a:rPr>
              <a:t>, print </a:t>
            </a:r>
            <a:r>
              <a:rPr lang="en-US" altLang="ko-KR" err="1">
                <a:ea typeface="+mn-lt"/>
                <a:cs typeface="+mn-lt"/>
              </a:rPr>
              <a:t>문에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en-US" altLang="ko-KR" err="1">
                <a:ea typeface="+mn-lt"/>
                <a:cs typeface="+mn-lt"/>
              </a:rPr>
              <a:t>저장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en-US" altLang="ko-KR" err="1">
                <a:ea typeface="+mn-lt"/>
                <a:cs typeface="+mn-lt"/>
              </a:rPr>
              <a:t>경로가</a:t>
            </a:r>
            <a:r>
              <a:rPr lang="en-US" altLang="ko-KR">
                <a:ea typeface="+mn-lt"/>
                <a:cs typeface="+mn-lt"/>
              </a:rPr>
              <a:t> </a:t>
            </a:r>
            <a:r>
              <a:rPr lang="en-US" altLang="ko-KR" err="1">
                <a:ea typeface="+mn-lt"/>
                <a:cs typeface="+mn-lt"/>
              </a:rPr>
              <a:t>출력된다</a:t>
            </a:r>
            <a:r>
              <a:rPr lang="en-US" altLang="ko-KR">
                <a:ea typeface="+mn-lt"/>
                <a:cs typeface="+mn-lt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Calibri"/>
              <a:buChar char="-"/>
            </a:pPr>
            <a:r>
              <a:rPr lang="en-US" altLang="ko-KR">
                <a:ea typeface="+mn-lt"/>
                <a:cs typeface="+mn-lt"/>
              </a:rPr>
              <a:t>12 </a:t>
            </a:r>
            <a:r>
              <a:rPr lang="en-US" altLang="ko-KR" err="1">
                <a:ea typeface="+mn-lt"/>
                <a:cs typeface="+mn-lt"/>
              </a:rPr>
              <a:t>종류</a:t>
            </a:r>
            <a:r>
              <a:rPr lang="en-US" altLang="ko-KR">
                <a:ea typeface="+mn-lt"/>
                <a:cs typeface="+mn-lt"/>
              </a:rPr>
              <a:t>, 총 10,821(</a:t>
            </a:r>
            <a:r>
              <a:rPr lang="en-US" altLang="ko-KR" err="1">
                <a:ea typeface="+mn-lt"/>
                <a:cs typeface="+mn-lt"/>
              </a:rPr>
              <a:t>정상</a:t>
            </a:r>
            <a:r>
              <a:rPr lang="en-US" altLang="ko-KR">
                <a:ea typeface="+mn-lt"/>
                <a:cs typeface="+mn-lt"/>
              </a:rPr>
              <a:t> :9,621, 비정상:1,200)</a:t>
            </a:r>
          </a:p>
          <a:p>
            <a:pPr>
              <a:lnSpc>
                <a:spcPct val="150000"/>
              </a:lnSpc>
            </a:pPr>
            <a:endParaRPr lang="en-US" altLang="ko-KR">
              <a:ea typeface="+mn-lt"/>
              <a:cs typeface="+mn-lt"/>
            </a:endParaRPr>
          </a:p>
        </p:txBody>
      </p:sp>
      <p:pic>
        <p:nvPicPr>
          <p:cNvPr id="7" name="그림 6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7E2A95-2310-3616-7248-2963C69C8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38" y="2976563"/>
            <a:ext cx="8277225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19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0F6D6-C8F7-EF60-A705-DDE7F8465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0BF0EE-0143-65A1-2901-C07D9B941002}"/>
              </a:ext>
            </a:extLst>
          </p:cNvPr>
          <p:cNvSpPr txBox="1"/>
          <p:nvPr/>
        </p:nvSpPr>
        <p:spPr>
          <a:xfrm>
            <a:off x="534390" y="5284519"/>
            <a:ext cx="694706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ko-KR" altLang="en-US" err="1">
                <a:ea typeface="맑은 고딕"/>
              </a:rPr>
              <a:t>Ground</a:t>
            </a:r>
            <a:r>
              <a:rPr lang="ko-KR" altLang="en-US">
                <a:ea typeface="맑은 고딕"/>
              </a:rPr>
              <a:t> </a:t>
            </a:r>
            <a:r>
              <a:rPr lang="ko-KR" altLang="en-US" err="1">
                <a:ea typeface="맑은 고딕"/>
              </a:rPr>
              <a:t>truth을</a:t>
            </a:r>
            <a:r>
              <a:rPr lang="ko-KR" altLang="en-US">
                <a:ea typeface="맑은 고딕"/>
              </a:rPr>
              <a:t> 위 그림처럼 읽으면 0과 255로 구분</a:t>
            </a:r>
          </a:p>
          <a:p>
            <a:pPr marL="285750" indent="-285750">
              <a:buFont typeface="Calibri"/>
              <a:buChar char="-"/>
            </a:pPr>
            <a:r>
              <a:rPr lang="ko-KR" altLang="en-US">
                <a:ea typeface="맑은 고딕"/>
              </a:rPr>
              <a:t>시각화 확인 결과 비정상 영역만 잘 분리</a:t>
            </a:r>
          </a:p>
        </p:txBody>
      </p:sp>
      <p:pic>
        <p:nvPicPr>
          <p:cNvPr id="3" name="그림 2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C9B22D-4462-BED8-5DEF-D83CB3279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70" y="211653"/>
            <a:ext cx="1045845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150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테마</vt:lpstr>
      <vt:lpstr>Anomaly Dataset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2025-12-17T02:00:00Z</dcterms:created>
  <dcterms:modified xsi:type="dcterms:W3CDTF">2025-12-17T07:43:16Z</dcterms:modified>
</cp:coreProperties>
</file>